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3" r:id="rId13"/>
    <p:sldId id="265" r:id="rId14"/>
    <p:sldId id="269" r:id="rId15"/>
    <p:sldId id="270" r:id="rId16"/>
    <p:sldId id="271" r:id="rId17"/>
    <p:sldId id="272" r:id="rId18"/>
    <p:sldId id="273" r:id="rId19"/>
    <p:sldId id="277" r:id="rId20"/>
    <p:sldId id="274" r:id="rId21"/>
    <p:sldId id="275" r:id="rId22"/>
  </p:sldIdLst>
  <p:sldSz cx="12192000" cy="6858000"/>
  <p:notesSz cx="6858000" cy="12192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Liter" panose="020B0604020202020204" charset="0"/>
      <p:regular r:id="rId28"/>
      <p:bold r:id="rId29"/>
    </p:embeddedFont>
    <p:embeddedFont>
      <p:font typeface="Quattrocento Sans" panose="020B0604020202020204" charset="0"/>
      <p:regular r:id="rId30"/>
      <p:bold r:id="rId31"/>
      <p:italic r:id="rId32"/>
      <p:boldItalic r:id="rId3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71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894" y="95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1A1A1A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189224" y="276225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228605" y="0"/>
                </a:moveTo>
                <a:lnTo>
                  <a:pt x="838195" y="0"/>
                </a:lnTo>
                <a:cubicBezTo>
                  <a:pt x="964366" y="0"/>
                  <a:pt x="1066800" y="102434"/>
                  <a:pt x="1066800" y="228605"/>
                </a:cubicBezTo>
                <a:lnTo>
                  <a:pt x="1066800" y="838195"/>
                </a:lnTo>
                <a:cubicBezTo>
                  <a:pt x="1066800" y="964366"/>
                  <a:pt x="964366" y="1066800"/>
                  <a:pt x="838195" y="1066800"/>
                </a:cubicBezTo>
                <a:lnTo>
                  <a:pt x="228605" y="1066800"/>
                </a:lnTo>
                <a:cubicBezTo>
                  <a:pt x="102434" y="1066800"/>
                  <a:pt x="0" y="964366"/>
                  <a:pt x="0" y="8381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solidFill>
            <a:srgbClr val="1A1A1A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616682" y="1876425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kern="0" spc="-135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265424" y="27146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3077799" y="2981325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HR Process Management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7166" y="3500437"/>
            <a:ext cx="5476875" cy="885825"/>
          </a:xfrm>
          <a:custGeom>
            <a:avLst/>
            <a:gdLst/>
            <a:ahLst/>
            <a:cxnLst/>
            <a:rect l="l" t="t" r="r" b="b"/>
            <a:pathLst>
              <a:path w="5476875" h="885825">
                <a:moveTo>
                  <a:pt x="152397" y="0"/>
                </a:moveTo>
                <a:lnTo>
                  <a:pt x="5324478" y="0"/>
                </a:lnTo>
                <a:cubicBezTo>
                  <a:pt x="5408644" y="0"/>
                  <a:pt x="5476875" y="68231"/>
                  <a:pt x="5476875" y="152397"/>
                </a:cubicBezTo>
                <a:lnTo>
                  <a:pt x="5476875" y="733428"/>
                </a:lnTo>
                <a:cubicBezTo>
                  <a:pt x="5476875" y="817594"/>
                  <a:pt x="5408644" y="885825"/>
                  <a:pt x="5324478" y="885825"/>
                </a:cubicBezTo>
                <a:lnTo>
                  <a:pt x="152397" y="885825"/>
                </a:lnTo>
                <a:cubicBezTo>
                  <a:pt x="68231" y="885825"/>
                  <a:pt x="0" y="817594"/>
                  <a:pt x="0" y="733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9" name="Text 6"/>
          <p:cNvSpPr/>
          <p:nvPr/>
        </p:nvSpPr>
        <p:spPr>
          <a:xfrm>
            <a:off x="3411174" y="3609975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Training Project (PFE)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13865" y="3943349"/>
            <a:ext cx="494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Process Management System for Modern HR Operations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98134" y="6322219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pic>
        <p:nvPicPr>
          <p:cNvPr id="12" name="Image 1" descr="https://kimi-img.moonshot.cn/pub/slides/26-03-11-02:35:07-d6o68mt9f1kpcm0catu0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206" y="547182"/>
            <a:ext cx="748836" cy="524885"/>
          </a:xfrm>
          <a:prstGeom prst="rect">
            <a:avLst/>
          </a:prstGeom>
        </p:spPr>
      </p:pic>
      <p:sp>
        <p:nvSpPr>
          <p:cNvPr id="55" name="Shape 6">
            <a:extLst>
              <a:ext uri="{FF2B5EF4-FFF2-40B4-BE49-F238E27FC236}">
                <a16:creationId xmlns:a16="http://schemas.microsoft.com/office/drawing/2014/main" id="{A200AD66-5AD1-4AE4-DB4A-69911666966D}"/>
              </a:ext>
            </a:extLst>
          </p:cNvPr>
          <p:cNvSpPr/>
          <p:nvPr/>
        </p:nvSpPr>
        <p:spPr>
          <a:xfrm>
            <a:off x="1721495" y="4524235"/>
            <a:ext cx="8534400" cy="2057400"/>
          </a:xfrm>
          <a:custGeom>
            <a:avLst/>
            <a:gdLst/>
            <a:ahLst/>
            <a:cxnLst/>
            <a:rect l="l" t="t" r="r" b="b"/>
            <a:pathLst>
              <a:path w="8534400" h="2057400">
                <a:moveTo>
                  <a:pt x="152392" y="0"/>
                </a:moveTo>
                <a:lnTo>
                  <a:pt x="8382008" y="0"/>
                </a:lnTo>
                <a:cubicBezTo>
                  <a:pt x="8466172" y="0"/>
                  <a:pt x="8534400" y="68228"/>
                  <a:pt x="8534400" y="152392"/>
                </a:cubicBezTo>
                <a:lnTo>
                  <a:pt x="8534400" y="1905008"/>
                </a:lnTo>
                <a:cubicBezTo>
                  <a:pt x="8534400" y="1989172"/>
                  <a:pt x="8466172" y="2057400"/>
                  <a:pt x="8382008" y="2057400"/>
                </a:cubicBezTo>
                <a:lnTo>
                  <a:pt x="152392" y="2057400"/>
                </a:lnTo>
                <a:cubicBezTo>
                  <a:pt x="68228" y="2057400"/>
                  <a:pt x="0" y="1989172"/>
                  <a:pt x="0" y="190500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MA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1F341CD9-6744-72EF-A338-70E7EBEC6193}"/>
              </a:ext>
            </a:extLst>
          </p:cNvPr>
          <p:cNvSpPr/>
          <p:nvPr/>
        </p:nvSpPr>
        <p:spPr>
          <a:xfrm>
            <a:off x="2598390" y="512052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7BF99996-150A-4DDE-5BAB-EDE2A1EC4958}"/>
              </a:ext>
            </a:extLst>
          </p:cNvPr>
          <p:cNvSpPr/>
          <p:nvPr/>
        </p:nvSpPr>
        <p:spPr>
          <a:xfrm>
            <a:off x="2757934" y="529197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FD4649E7-6D5E-F358-7BD2-B3150E812158}"/>
              </a:ext>
            </a:extLst>
          </p:cNvPr>
          <p:cNvSpPr/>
          <p:nvPr/>
        </p:nvSpPr>
        <p:spPr>
          <a:xfrm>
            <a:off x="2134469" y="6082132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Hicham </a:t>
            </a: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BOUKHRISS</a:t>
            </a:r>
            <a:endParaRPr lang="en-US" sz="3200" dirty="0"/>
          </a:p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A9583357-7E14-256C-25C8-863806A75CCA}"/>
              </a:ext>
            </a:extLst>
          </p:cNvPr>
          <p:cNvSpPr/>
          <p:nvPr/>
        </p:nvSpPr>
        <p:spPr>
          <a:xfrm>
            <a:off x="4213771" y="512053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28077D14-BAF5-382B-E10C-9D9F45519638}"/>
              </a:ext>
            </a:extLst>
          </p:cNvPr>
          <p:cNvSpPr/>
          <p:nvPr/>
        </p:nvSpPr>
        <p:spPr>
          <a:xfrm>
            <a:off x="4385221" y="529197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1E7FDDEE-7C3E-F6BF-3042-B26DD79BD6A8}"/>
              </a:ext>
            </a:extLst>
          </p:cNvPr>
          <p:cNvSpPr/>
          <p:nvPr/>
        </p:nvSpPr>
        <p:spPr>
          <a:xfrm>
            <a:off x="3768166" y="5948791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Med. Ayman</a:t>
            </a:r>
          </a:p>
          <a:p>
            <a:pPr algn="ctr">
              <a:lnSpc>
                <a:spcPct val="120000"/>
              </a:lnSpc>
            </a:pPr>
            <a:r>
              <a:rPr lang="en-US" sz="1400" dirty="0" err="1">
                <a:latin typeface="Quattrocento Sans" pitchFamily="34" charset="0"/>
              </a:rPr>
              <a:t>Ennajy</a:t>
            </a:r>
            <a:endParaRPr lang="en-US" sz="1400" dirty="0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30432720-13C5-BAEE-D443-35C320543A47}"/>
              </a:ext>
            </a:extLst>
          </p:cNvPr>
          <p:cNvSpPr/>
          <p:nvPr/>
        </p:nvSpPr>
        <p:spPr>
          <a:xfrm>
            <a:off x="5829151" y="512052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BDB350A6-54B1-11A9-561A-97441822453A}"/>
              </a:ext>
            </a:extLst>
          </p:cNvPr>
          <p:cNvSpPr/>
          <p:nvPr/>
        </p:nvSpPr>
        <p:spPr>
          <a:xfrm>
            <a:off x="5988695" y="528301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780" y="3832"/>
                </a:moveTo>
                <a:lnTo>
                  <a:pt x="96403" y="58787"/>
                </a:lnTo>
                <a:cubicBezTo>
                  <a:pt x="85576" y="66005"/>
                  <a:pt x="78693" y="77725"/>
                  <a:pt x="77577" y="90525"/>
                </a:cubicBezTo>
                <a:cubicBezTo>
                  <a:pt x="100757" y="95287"/>
                  <a:pt x="119025" y="113556"/>
                  <a:pt x="123825" y="136773"/>
                </a:cubicBezTo>
                <a:cubicBezTo>
                  <a:pt x="136661" y="135657"/>
                  <a:pt x="148344" y="128774"/>
                  <a:pt x="155563" y="117946"/>
                </a:cubicBezTo>
                <a:lnTo>
                  <a:pt x="210480" y="35533"/>
                </a:lnTo>
                <a:cubicBezTo>
                  <a:pt x="212973" y="31775"/>
                  <a:pt x="214313" y="27384"/>
                  <a:pt x="214313" y="22845"/>
                </a:cubicBezTo>
                <a:cubicBezTo>
                  <a:pt x="214313" y="10232"/>
                  <a:pt x="204081" y="0"/>
                  <a:pt x="191467" y="0"/>
                </a:cubicBezTo>
                <a:cubicBezTo>
                  <a:pt x="186965" y="0"/>
                  <a:pt x="182538" y="1339"/>
                  <a:pt x="178780" y="3832"/>
                </a:cubicBezTo>
                <a:close/>
                <a:moveTo>
                  <a:pt x="107156" y="148828"/>
                </a:moveTo>
                <a:cubicBezTo>
                  <a:pt x="107156" y="125797"/>
                  <a:pt x="88516" y="107156"/>
                  <a:pt x="65484" y="107156"/>
                </a:cubicBezTo>
                <a:cubicBezTo>
                  <a:pt x="42453" y="107156"/>
                  <a:pt x="23812" y="125797"/>
                  <a:pt x="23812" y="148828"/>
                </a:cubicBezTo>
                <a:cubicBezTo>
                  <a:pt x="23812" y="150279"/>
                  <a:pt x="23887" y="151730"/>
                  <a:pt x="24036" y="153144"/>
                </a:cubicBezTo>
                <a:cubicBezTo>
                  <a:pt x="24705" y="159655"/>
                  <a:pt x="20241" y="166688"/>
                  <a:pt x="13692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65484" y="190500"/>
                </a:lnTo>
                <a:cubicBezTo>
                  <a:pt x="88516" y="190500"/>
                  <a:pt x="107156" y="171859"/>
                  <a:pt x="107156" y="148828"/>
                </a:cubicBez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AD196C1D-811D-032A-AD3D-2B42442FBC6F}"/>
              </a:ext>
            </a:extLst>
          </p:cNvPr>
          <p:cNvSpPr/>
          <p:nvPr/>
        </p:nvSpPr>
        <p:spPr>
          <a:xfrm>
            <a:off x="5358591" y="6082132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Mohamed </a:t>
            </a: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ELKECHCHAD</a:t>
            </a:r>
            <a:endParaRPr lang="en-US" sz="3200" dirty="0"/>
          </a:p>
          <a:p>
            <a:pPr algn="ctr"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F3472519-9675-EAF8-F7BB-EFD1182245BF}"/>
              </a:ext>
            </a:extLst>
          </p:cNvPr>
          <p:cNvSpPr/>
          <p:nvPr/>
        </p:nvSpPr>
        <p:spPr>
          <a:xfrm>
            <a:off x="7444680" y="51115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Shape 21">
            <a:extLst>
              <a:ext uri="{FF2B5EF4-FFF2-40B4-BE49-F238E27FC236}">
                <a16:creationId xmlns:a16="http://schemas.microsoft.com/office/drawing/2014/main" id="{160D80AA-E5F8-3BFD-0C40-134D765E0B3D}"/>
              </a:ext>
            </a:extLst>
          </p:cNvPr>
          <p:cNvSpPr/>
          <p:nvPr/>
        </p:nvSpPr>
        <p:spPr>
          <a:xfrm>
            <a:off x="7592318" y="528300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A4F79366-5208-9F14-166E-C8D9B8965116}"/>
              </a:ext>
            </a:extLst>
          </p:cNvPr>
          <p:cNvSpPr/>
          <p:nvPr/>
        </p:nvSpPr>
        <p:spPr>
          <a:xfrm>
            <a:off x="6923815" y="5948791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Brahim</a:t>
            </a:r>
          </a:p>
          <a:p>
            <a:pPr algn="ctr">
              <a:lnSpc>
                <a:spcPct val="120000"/>
              </a:lnSpc>
            </a:pPr>
            <a:r>
              <a:rPr lang="en-US" sz="1400" dirty="0" err="1">
                <a:latin typeface="Quattrocento Sans" pitchFamily="34" charset="0"/>
              </a:rPr>
              <a:t>Rouass</a:t>
            </a:r>
            <a:endParaRPr lang="en-US" sz="14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4A6633FD-F44C-A022-3C50-E3CCBEE4C74E}"/>
              </a:ext>
            </a:extLst>
          </p:cNvPr>
          <p:cNvSpPr/>
          <p:nvPr/>
        </p:nvSpPr>
        <p:spPr>
          <a:xfrm>
            <a:off x="9060061" y="511155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0D388333-E79B-263F-B675-A63F21E62CD3}"/>
              </a:ext>
            </a:extLst>
          </p:cNvPr>
          <p:cNvSpPr/>
          <p:nvPr/>
        </p:nvSpPr>
        <p:spPr>
          <a:xfrm>
            <a:off x="9231511" y="52740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967DABDE-D911-E4CE-36FD-EC9A37EEA637}"/>
              </a:ext>
            </a:extLst>
          </p:cNvPr>
          <p:cNvSpPr/>
          <p:nvPr/>
        </p:nvSpPr>
        <p:spPr>
          <a:xfrm>
            <a:off x="8657683" y="6082132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Zakaria</a:t>
            </a:r>
          </a:p>
          <a:p>
            <a:pPr algn="ctr">
              <a:lnSpc>
                <a:spcPct val="12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TABILLAT</a:t>
            </a:r>
            <a:endParaRPr lang="en-US" sz="3200" dirty="0"/>
          </a:p>
          <a:p>
            <a:pPr algn="ctr">
              <a:lnSpc>
                <a:spcPct val="120000"/>
              </a:lnSpc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85775" y="1752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52600"/>
            <a:ext cx="364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Problem &amp;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05740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HR challenges in modern organizations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26479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5775" y="264792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47924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 Solution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952724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Flowly addresses HR pain points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062" y="35927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437" y="359271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9662" y="3592711"/>
            <a:ext cx="300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9662" y="3897511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technologies powering the platform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118" y="4523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758828" y="53557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" y="4513685"/>
            <a:ext cx="246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899" y="476664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Five-tier access control architecture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55091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725" y="550917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3950" y="5509171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Platform Features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3950" y="5813971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essential HR management modules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9743" y="16880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12118" y="168800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69343" y="1688009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69343" y="1992809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automation and insights</a:t>
            </a:r>
            <a:endParaRPr lang="en-US" sz="1600" dirty="0"/>
          </a:p>
          <a:p>
            <a:pPr>
              <a:lnSpc>
                <a:spcPct val="130000"/>
              </a:lnSpc>
            </a:pPr>
            <a:endParaRPr lang="en-US" sz="1200" dirty="0">
              <a:solidFill>
                <a:srgbClr val="4A5568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77000" y="46365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29375" y="463659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4636591"/>
            <a:ext cx="262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Process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4941391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18-week agile implementation timeline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77000" y="35736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29375" y="357366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3573661"/>
            <a:ext cx="305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3878461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hurdles and innovative approaches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77000" y="56425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429375" y="564252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86600" y="5642521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 &amp; Conclusion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86600" y="5947321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scenario and project impact</a:t>
            </a:r>
            <a:endParaRPr lang="en-US" sz="1600" dirty="0"/>
          </a:p>
        </p:txBody>
      </p:sp>
      <p:sp>
        <p:nvSpPr>
          <p:cNvPr id="47" name="Shape 23"/>
          <p:cNvSpPr/>
          <p:nvPr/>
        </p:nvSpPr>
        <p:spPr>
          <a:xfrm>
            <a:off x="6477000" y="260748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24"/>
          <p:cNvSpPr/>
          <p:nvPr/>
        </p:nvSpPr>
        <p:spPr>
          <a:xfrm>
            <a:off x="6429375" y="2607487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9" name="Text 25"/>
          <p:cNvSpPr/>
          <p:nvPr/>
        </p:nvSpPr>
        <p:spPr>
          <a:xfrm>
            <a:off x="7077075" y="275663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Compliance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0" name="Text 26"/>
          <p:cNvSpPr/>
          <p:nvPr/>
        </p:nvSpPr>
        <p:spPr>
          <a:xfrm>
            <a:off x="7086600" y="2912287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C67025-94EF-D3BD-208F-82456E0E4774}"/>
              </a:ext>
            </a:extLst>
          </p:cNvPr>
          <p:cNvSpPr txBox="1"/>
          <p:nvPr/>
        </p:nvSpPr>
        <p:spPr>
          <a:xfrm>
            <a:off x="6981825" y="2805446"/>
            <a:ext cx="4416686" cy="31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protection framework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583D5B-AB54-D034-40AA-762D04B9314C}"/>
              </a:ext>
            </a:extLst>
          </p:cNvPr>
          <p:cNvSpPr txBox="1"/>
          <p:nvPr/>
        </p:nvSpPr>
        <p:spPr>
          <a:xfrm>
            <a:off x="526659" y="45675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04</a:t>
            </a:r>
            <a:endParaRPr lang="fr-MA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19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HR Challenge: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Companies Struggle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6573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92405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92405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2076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8656" y="2181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6441" y="10716"/>
                </a:moveTo>
                <a:cubicBezTo>
                  <a:pt x="96441" y="4789"/>
                  <a:pt x="91652" y="0"/>
                  <a:pt x="85725" y="0"/>
                </a:cubicBezTo>
                <a:cubicBezTo>
                  <a:pt x="79798" y="0"/>
                  <a:pt x="75009" y="4789"/>
                  <a:pt x="75009" y="10716"/>
                </a:cubicBezTo>
                <a:lnTo>
                  <a:pt x="75009" y="80367"/>
                </a:lnTo>
                <a:cubicBezTo>
                  <a:pt x="75009" y="83314"/>
                  <a:pt x="72598" y="85725"/>
                  <a:pt x="69652" y="85725"/>
                </a:cubicBezTo>
                <a:cubicBezTo>
                  <a:pt x="66705" y="85725"/>
                  <a:pt x="64294" y="83314"/>
                  <a:pt x="64294" y="80367"/>
                </a:cubicBezTo>
                <a:lnTo>
                  <a:pt x="64294" y="21431"/>
                </a:lnTo>
                <a:cubicBezTo>
                  <a:pt x="64294" y="15504"/>
                  <a:pt x="59505" y="10716"/>
                  <a:pt x="53578" y="10716"/>
                </a:cubicBezTo>
                <a:cubicBezTo>
                  <a:pt x="47651" y="10716"/>
                  <a:pt x="42863" y="15504"/>
                  <a:pt x="42863" y="21431"/>
                </a:cubicBezTo>
                <a:lnTo>
                  <a:pt x="42863" y="112514"/>
                </a:lnTo>
                <a:cubicBezTo>
                  <a:pt x="42863" y="113016"/>
                  <a:pt x="42863" y="113552"/>
                  <a:pt x="42896" y="114054"/>
                </a:cubicBezTo>
                <a:lnTo>
                  <a:pt x="22637" y="94766"/>
                </a:lnTo>
                <a:cubicBezTo>
                  <a:pt x="17279" y="89676"/>
                  <a:pt x="8807" y="89877"/>
                  <a:pt x="3683" y="95235"/>
                </a:cubicBezTo>
                <a:cubicBezTo>
                  <a:pt x="-1440" y="100593"/>
                  <a:pt x="-1206" y="109065"/>
                  <a:pt x="4152" y="114188"/>
                </a:cubicBezTo>
                <a:lnTo>
                  <a:pt x="41791" y="150019"/>
                </a:lnTo>
                <a:cubicBezTo>
                  <a:pt x="56224" y="163782"/>
                  <a:pt x="75411" y="171450"/>
                  <a:pt x="95369" y="171450"/>
                </a:cubicBezTo>
                <a:lnTo>
                  <a:pt x="101798" y="171450"/>
                </a:lnTo>
                <a:cubicBezTo>
                  <a:pt x="134347" y="171450"/>
                  <a:pt x="160734" y="145063"/>
                  <a:pt x="160734" y="112514"/>
                </a:cubicBezTo>
                <a:lnTo>
                  <a:pt x="160734" y="42863"/>
                </a:lnTo>
                <a:cubicBezTo>
                  <a:pt x="160734" y="36935"/>
                  <a:pt x="155946" y="32147"/>
                  <a:pt x="150019" y="32147"/>
                </a:cubicBezTo>
                <a:cubicBezTo>
                  <a:pt x="144092" y="32147"/>
                  <a:pt x="139303" y="36935"/>
                  <a:pt x="139303" y="42863"/>
                </a:cubicBezTo>
                <a:lnTo>
                  <a:pt x="139303" y="80367"/>
                </a:lnTo>
                <a:cubicBezTo>
                  <a:pt x="139303" y="83314"/>
                  <a:pt x="136892" y="85725"/>
                  <a:pt x="133945" y="85725"/>
                </a:cubicBezTo>
                <a:cubicBezTo>
                  <a:pt x="130999" y="85725"/>
                  <a:pt x="128588" y="83314"/>
                  <a:pt x="128588" y="80367"/>
                </a:cubicBezTo>
                <a:lnTo>
                  <a:pt x="128588" y="21431"/>
                </a:lnTo>
                <a:cubicBezTo>
                  <a:pt x="128588" y="15504"/>
                  <a:pt x="123799" y="10716"/>
                  <a:pt x="117872" y="10716"/>
                </a:cubicBezTo>
                <a:cubicBezTo>
                  <a:pt x="111945" y="10716"/>
                  <a:pt x="107156" y="15504"/>
                  <a:pt x="107156" y="21431"/>
                </a:cubicBezTo>
                <a:lnTo>
                  <a:pt x="107156" y="80367"/>
                </a:lnTo>
                <a:cubicBezTo>
                  <a:pt x="107156" y="83314"/>
                  <a:pt x="104745" y="85725"/>
                  <a:pt x="101798" y="85725"/>
                </a:cubicBezTo>
                <a:cubicBezTo>
                  <a:pt x="98852" y="85725"/>
                  <a:pt x="96441" y="83314"/>
                  <a:pt x="96441" y="80367"/>
                </a:cubicBezTo>
                <a:lnTo>
                  <a:pt x="96441" y="1071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076450"/>
            <a:ext cx="629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Process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04899" y="238125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companies still rely on spreadsheets and paper-based systems for critical HR operations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0050" y="2914650"/>
            <a:ext cx="7105650" cy="1066800"/>
          </a:xfrm>
          <a:custGeom>
            <a:avLst/>
            <a:gdLst/>
            <a:ahLst/>
            <a:cxnLst/>
            <a:rect l="l" t="t" r="r" b="b"/>
            <a:pathLst>
              <a:path w="7105650" h="10668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952503"/>
                </a:lnTo>
                <a:cubicBezTo>
                  <a:pt x="7105650" y="1015628"/>
                  <a:pt x="7054478" y="1066800"/>
                  <a:pt x="69913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9146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" y="3067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8656" y="3171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067050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Systems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4900" y="3371850"/>
            <a:ext cx="632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centralized platforms leads to data silos and inconsistent information across departments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133850"/>
            <a:ext cx="7105650" cy="1066800"/>
          </a:xfrm>
          <a:custGeom>
            <a:avLst/>
            <a:gdLst/>
            <a:ahLst/>
            <a:cxnLst/>
            <a:rect l="l" t="t" r="r" b="b"/>
            <a:pathLst>
              <a:path w="7105650" h="10668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952503"/>
                </a:lnTo>
                <a:cubicBezTo>
                  <a:pt x="7105650" y="1015628"/>
                  <a:pt x="7054478" y="1066800"/>
                  <a:pt x="69913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1338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8656" y="4391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4286250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Inefficient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4591050"/>
            <a:ext cx="632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Recruitment, attendance tracking, and document management consume excessive time and resources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353050"/>
            <a:ext cx="7105650" cy="1066800"/>
          </a:xfrm>
          <a:custGeom>
            <a:avLst/>
            <a:gdLst/>
            <a:ahLst/>
            <a:cxnLst/>
            <a:rect l="l" t="t" r="r" b="b"/>
            <a:pathLst>
              <a:path w="7105650" h="10668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952503"/>
                </a:lnTo>
                <a:cubicBezTo>
                  <a:pt x="7105650" y="1015628"/>
                  <a:pt x="7054478" y="1066800"/>
                  <a:pt x="69913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00050" y="53530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5505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225" y="56102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4445" y="-8338"/>
                </a:moveTo>
                <a:cubicBezTo>
                  <a:pt x="21297" y="-11486"/>
                  <a:pt x="16207" y="-11486"/>
                  <a:pt x="13093" y="-8338"/>
                </a:cubicBezTo>
                <a:cubicBezTo>
                  <a:pt x="9979" y="-5190"/>
                  <a:pt x="9945" y="-100"/>
                  <a:pt x="13060" y="3047"/>
                </a:cubicBezTo>
                <a:lnTo>
                  <a:pt x="189867" y="179855"/>
                </a:lnTo>
                <a:cubicBezTo>
                  <a:pt x="193015" y="183003"/>
                  <a:pt x="198105" y="183003"/>
                  <a:pt x="201219" y="179855"/>
                </a:cubicBezTo>
                <a:cubicBezTo>
                  <a:pt x="204334" y="176707"/>
                  <a:pt x="204367" y="171617"/>
                  <a:pt x="201219" y="168503"/>
                </a:cubicBezTo>
                <a:lnTo>
                  <a:pt x="107759" y="75009"/>
                </a:lnTo>
                <a:cubicBezTo>
                  <a:pt x="126712" y="74675"/>
                  <a:pt x="141982" y="59204"/>
                  <a:pt x="141982" y="40184"/>
                </a:cubicBezTo>
                <a:cubicBezTo>
                  <a:pt x="141982" y="20962"/>
                  <a:pt x="126377" y="5358"/>
                  <a:pt x="107156" y="5358"/>
                </a:cubicBezTo>
                <a:cubicBezTo>
                  <a:pt x="88136" y="5358"/>
                  <a:pt x="72665" y="20628"/>
                  <a:pt x="72330" y="39581"/>
                </a:cubicBezTo>
                <a:lnTo>
                  <a:pt x="24445" y="-8338"/>
                </a:lnTo>
                <a:close/>
                <a:moveTo>
                  <a:pt x="171450" y="96441"/>
                </a:moveTo>
                <a:cubicBezTo>
                  <a:pt x="165690" y="96441"/>
                  <a:pt x="160165" y="97579"/>
                  <a:pt x="155142" y="99655"/>
                </a:cubicBezTo>
                <a:lnTo>
                  <a:pt x="212069" y="156582"/>
                </a:lnTo>
                <a:cubicBezTo>
                  <a:pt x="213475" y="154774"/>
                  <a:pt x="214313" y="152497"/>
                  <a:pt x="214313" y="150019"/>
                </a:cubicBezTo>
                <a:lnTo>
                  <a:pt x="214313" y="139303"/>
                </a:lnTo>
                <a:cubicBezTo>
                  <a:pt x="214313" y="115628"/>
                  <a:pt x="195125" y="96441"/>
                  <a:pt x="171450" y="96441"/>
                </a:cubicBezTo>
                <a:close/>
                <a:moveTo>
                  <a:pt x="20058" y="32716"/>
                </a:moveTo>
                <a:cubicBezTo>
                  <a:pt x="12859" y="36902"/>
                  <a:pt x="8037" y="44671"/>
                  <a:pt x="8037" y="53578"/>
                </a:cubicBezTo>
                <a:cubicBezTo>
                  <a:pt x="8037" y="66906"/>
                  <a:pt x="18819" y="77688"/>
                  <a:pt x="32147" y="77688"/>
                </a:cubicBezTo>
                <a:cubicBezTo>
                  <a:pt x="41054" y="77688"/>
                  <a:pt x="48823" y="72866"/>
                  <a:pt x="53009" y="65667"/>
                </a:cubicBezTo>
                <a:lnTo>
                  <a:pt x="20058" y="32716"/>
                </a:lnTo>
                <a:close/>
                <a:moveTo>
                  <a:pt x="83783" y="96441"/>
                </a:moveTo>
                <a:cubicBezTo>
                  <a:pt x="65901" y="105114"/>
                  <a:pt x="53578" y="123464"/>
                  <a:pt x="53578" y="144661"/>
                </a:cubicBez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48077" y="160734"/>
                </a:lnTo>
                <a:lnTo>
                  <a:pt x="83783" y="96441"/>
                </a:lnTo>
                <a:close/>
                <a:moveTo>
                  <a:pt x="42863" y="96441"/>
                </a:moveTo>
                <a:cubicBezTo>
                  <a:pt x="19188" y="96441"/>
                  <a:pt x="0" y="115628"/>
                  <a:pt x="0" y="139303"/>
                </a:cubicBez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5505450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Collaboration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04900" y="5810250"/>
            <a:ext cx="632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 communication between HR, managers, and employees slows decision-making processes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10500" y="381000"/>
            <a:ext cx="4000500" cy="6096000"/>
          </a:xfrm>
          <a:custGeom>
            <a:avLst/>
            <a:gdLst/>
            <a:ahLst/>
            <a:cxnLst/>
            <a:rect l="l" t="t" r="r" b="b"/>
            <a:pathLst>
              <a:path w="4000500" h="6096000">
                <a:moveTo>
                  <a:pt x="152419" y="0"/>
                </a:moveTo>
                <a:lnTo>
                  <a:pt x="3848081" y="0"/>
                </a:lnTo>
                <a:cubicBezTo>
                  <a:pt x="3932260" y="0"/>
                  <a:pt x="4000500" y="68240"/>
                  <a:pt x="4000500" y="152419"/>
                </a:cubicBezTo>
                <a:lnTo>
                  <a:pt x="4000500" y="5943581"/>
                </a:lnTo>
                <a:cubicBezTo>
                  <a:pt x="4000500" y="6027760"/>
                  <a:pt x="3932260" y="6096000"/>
                  <a:pt x="3848081" y="6096000"/>
                </a:cubicBezTo>
                <a:lnTo>
                  <a:pt x="152419" y="6096000"/>
                </a:lnTo>
                <a:cubicBezTo>
                  <a:pt x="68240" y="6096000"/>
                  <a:pt x="0" y="6027760"/>
                  <a:pt x="0" y="5943581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100000">
                <a:srgbClr val="4A556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82150" y="1238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981950" y="18478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39100" y="2457450"/>
            <a:ext cx="3543300" cy="952500"/>
          </a:xfrm>
          <a:custGeom>
            <a:avLst/>
            <a:gdLst/>
            <a:ahLst/>
            <a:cxnLst/>
            <a:rect l="l" t="t" r="r" b="b"/>
            <a:pathLst>
              <a:path w="3543300" h="952500">
                <a:moveTo>
                  <a:pt x="114300" y="0"/>
                </a:moveTo>
                <a:lnTo>
                  <a:pt x="3429000" y="0"/>
                </a:lnTo>
                <a:cubicBezTo>
                  <a:pt x="3492084" y="0"/>
                  <a:pt x="3543300" y="51216"/>
                  <a:pt x="3543300" y="114300"/>
                </a:cubicBezTo>
                <a:lnTo>
                  <a:pt x="3543300" y="838200"/>
                </a:lnTo>
                <a:cubicBezTo>
                  <a:pt x="3543300" y="901284"/>
                  <a:pt x="3492084" y="952500"/>
                  <a:pt x="3429000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05775" y="260985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53400" y="30289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lost on administrative tasks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39100" y="3562350"/>
            <a:ext cx="3543300" cy="952500"/>
          </a:xfrm>
          <a:custGeom>
            <a:avLst/>
            <a:gdLst/>
            <a:ahLst/>
            <a:cxnLst/>
            <a:rect l="l" t="t" r="r" b="b"/>
            <a:pathLst>
              <a:path w="3543300" h="952500">
                <a:moveTo>
                  <a:pt x="114300" y="0"/>
                </a:moveTo>
                <a:lnTo>
                  <a:pt x="3429000" y="0"/>
                </a:lnTo>
                <a:cubicBezTo>
                  <a:pt x="3492084" y="0"/>
                  <a:pt x="3543300" y="51216"/>
                  <a:pt x="3543300" y="114300"/>
                </a:cubicBezTo>
                <a:lnTo>
                  <a:pt x="3543300" y="838200"/>
                </a:lnTo>
                <a:cubicBezTo>
                  <a:pt x="3543300" y="901284"/>
                  <a:pt x="3492084" y="952500"/>
                  <a:pt x="3429000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105775" y="371475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↓30%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53400" y="41338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overall productivity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9100" y="4667250"/>
            <a:ext cx="3543300" cy="952500"/>
          </a:xfrm>
          <a:custGeom>
            <a:avLst/>
            <a:gdLst/>
            <a:ahLst/>
            <a:cxnLst/>
            <a:rect l="l" t="t" r="r" b="b"/>
            <a:pathLst>
              <a:path w="3543300" h="952500">
                <a:moveTo>
                  <a:pt x="114300" y="0"/>
                </a:moveTo>
                <a:lnTo>
                  <a:pt x="3429000" y="0"/>
                </a:lnTo>
                <a:cubicBezTo>
                  <a:pt x="3492084" y="0"/>
                  <a:pt x="3543300" y="51216"/>
                  <a:pt x="3543300" y="114300"/>
                </a:cubicBezTo>
                <a:lnTo>
                  <a:pt x="3543300" y="838200"/>
                </a:lnTo>
                <a:cubicBezTo>
                  <a:pt x="3543300" y="901284"/>
                  <a:pt x="3492084" y="952500"/>
                  <a:pt x="3429000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05775" y="481965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53400" y="523875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teams report workflow inefficiency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Flowly: Our Comprehensive Solution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448297" y="0"/>
                </a:lnTo>
                <a:cubicBezTo>
                  <a:pt x="5532411" y="0"/>
                  <a:pt x="5600700" y="68289"/>
                  <a:pt x="5600700" y="152403"/>
                </a:cubicBezTo>
                <a:lnTo>
                  <a:pt x="5600700" y="1895472"/>
                </a:lnTo>
                <a:cubicBezTo>
                  <a:pt x="5600700" y="1979586"/>
                  <a:pt x="5532411" y="2047875"/>
                  <a:pt x="54482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6096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7526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Centralized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860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unified HR management platform that consolidates all processes into a single, intuitive interface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" y="2995613"/>
            <a:ext cx="1304925" cy="266700"/>
          </a:xfrm>
          <a:custGeom>
            <a:avLst/>
            <a:gdLst/>
            <a:ahLst/>
            <a:cxnLst/>
            <a:rect l="l" t="t" r="r" b="b"/>
            <a:pathLst>
              <a:path w="1304925" h="266700">
                <a:moveTo>
                  <a:pt x="133350" y="0"/>
                </a:moveTo>
                <a:lnTo>
                  <a:pt x="1171575" y="0"/>
                </a:lnTo>
                <a:cubicBezTo>
                  <a:pt x="1245173" y="0"/>
                  <a:pt x="1304925" y="59752"/>
                  <a:pt x="1304925" y="133350"/>
                </a:cubicBezTo>
                <a:lnTo>
                  <a:pt x="1304925" y="133350"/>
                </a:lnTo>
                <a:cubicBezTo>
                  <a:pt x="1304925" y="206948"/>
                  <a:pt x="1245173" y="266700"/>
                  <a:pt x="1171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995613"/>
            <a:ext cx="1371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1023" y="2995613"/>
            <a:ext cx="1495425" cy="266700"/>
          </a:xfrm>
          <a:custGeom>
            <a:avLst/>
            <a:gdLst/>
            <a:ahLst/>
            <a:cxnLst/>
            <a:rect l="l" t="t" r="r" b="b"/>
            <a:pathLst>
              <a:path w="1495425" h="266700">
                <a:moveTo>
                  <a:pt x="133350" y="0"/>
                </a:moveTo>
                <a:lnTo>
                  <a:pt x="1362075" y="0"/>
                </a:lnTo>
                <a:cubicBezTo>
                  <a:pt x="1435673" y="0"/>
                  <a:pt x="1495425" y="59752"/>
                  <a:pt x="1495425" y="133350"/>
                </a:cubicBezTo>
                <a:lnTo>
                  <a:pt x="1495425" y="133350"/>
                </a:lnTo>
                <a:cubicBezTo>
                  <a:pt x="1495425" y="206948"/>
                  <a:pt x="1435673" y="266700"/>
                  <a:pt x="1362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1023" y="2995613"/>
            <a:ext cx="1562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0300" y="1447800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448297" y="0"/>
                </a:lnTo>
                <a:cubicBezTo>
                  <a:pt x="5532411" y="0"/>
                  <a:pt x="5600700" y="68289"/>
                  <a:pt x="5600700" y="152403"/>
                </a:cubicBezTo>
                <a:lnTo>
                  <a:pt x="5600700" y="1895472"/>
                </a:lnTo>
                <a:cubicBezTo>
                  <a:pt x="5600700" y="1979586"/>
                  <a:pt x="5532411" y="2047875"/>
                  <a:pt x="54482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389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24625" y="1790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10400" y="17526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Automation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8900" y="22860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HR workflows that eliminate repetitive tasks and streamline operations across all departments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38900" y="2995613"/>
            <a:ext cx="1095375" cy="266700"/>
          </a:xfrm>
          <a:custGeom>
            <a:avLst/>
            <a:gdLst/>
            <a:ahLst/>
            <a:cxnLst/>
            <a:rect l="l" t="t" r="r" b="b"/>
            <a:pathLst>
              <a:path w="1095375" h="266700">
                <a:moveTo>
                  <a:pt x="133350" y="0"/>
                </a:moveTo>
                <a:lnTo>
                  <a:pt x="962025" y="0"/>
                </a:lnTo>
                <a:cubicBezTo>
                  <a:pt x="1035623" y="0"/>
                  <a:pt x="1095375" y="59752"/>
                  <a:pt x="1095375" y="133350"/>
                </a:cubicBezTo>
                <a:lnTo>
                  <a:pt x="1095375" y="133350"/>
                </a:lnTo>
                <a:cubicBezTo>
                  <a:pt x="1095375" y="206948"/>
                  <a:pt x="1035623" y="266700"/>
                  <a:pt x="962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38900" y="2995613"/>
            <a:ext cx="1162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Auto-Approval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2261" y="2995613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12261" y="2995613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Triggers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719512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448297" y="0"/>
                </a:lnTo>
                <a:cubicBezTo>
                  <a:pt x="5532411" y="0"/>
                  <a:pt x="5600700" y="68289"/>
                  <a:pt x="5600700" y="152403"/>
                </a:cubicBezTo>
                <a:lnTo>
                  <a:pt x="5600700" y="1895472"/>
                </a:lnTo>
                <a:cubicBezTo>
                  <a:pt x="5600700" y="1979586"/>
                  <a:pt x="5532411" y="2047875"/>
                  <a:pt x="54482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/>
              </a:gs>
              <a:gs pos="100000">
                <a:srgbClr val="047857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09600" y="39481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09613" y="406241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4024313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Collaboration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557713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collaboration between employees, managers, and HR through real-time communication tools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" y="52673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9600" y="5267325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Sync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5079" y="5267325"/>
            <a:ext cx="1114425" cy="266700"/>
          </a:xfrm>
          <a:custGeom>
            <a:avLst/>
            <a:gdLst/>
            <a:ahLst/>
            <a:cxnLst/>
            <a:rect l="l" t="t" r="r" b="b"/>
            <a:pathLst>
              <a:path w="1114425" h="266700">
                <a:moveTo>
                  <a:pt x="133350" y="0"/>
                </a:moveTo>
                <a:lnTo>
                  <a:pt x="981075" y="0"/>
                </a:lnTo>
                <a:cubicBezTo>
                  <a:pt x="1054673" y="0"/>
                  <a:pt x="1114425" y="59752"/>
                  <a:pt x="1114425" y="133350"/>
                </a:cubicBezTo>
                <a:lnTo>
                  <a:pt x="1114425" y="133350"/>
                </a:lnTo>
                <a:cubicBezTo>
                  <a:pt x="1114425" y="206948"/>
                  <a:pt x="1054673" y="266700"/>
                  <a:pt x="981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825079" y="5267325"/>
            <a:ext cx="1181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Channels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0300" y="3719512"/>
            <a:ext cx="5600700" cy="2047875"/>
          </a:xfrm>
          <a:custGeom>
            <a:avLst/>
            <a:gdLst/>
            <a:ahLst/>
            <a:cxnLst/>
            <a:rect l="l" t="t" r="r" b="b"/>
            <a:pathLst>
              <a:path w="5600700" h="2047875">
                <a:moveTo>
                  <a:pt x="152403" y="0"/>
                </a:moveTo>
                <a:lnTo>
                  <a:pt x="5448297" y="0"/>
                </a:lnTo>
                <a:cubicBezTo>
                  <a:pt x="5532411" y="0"/>
                  <a:pt x="5600700" y="68289"/>
                  <a:pt x="5600700" y="152403"/>
                </a:cubicBezTo>
                <a:lnTo>
                  <a:pt x="5600700" y="1895472"/>
                </a:lnTo>
                <a:cubicBezTo>
                  <a:pt x="5600700" y="1979586"/>
                  <a:pt x="5532411" y="2047875"/>
                  <a:pt x="5448297" y="2047875"/>
                </a:cubicBezTo>
                <a:lnTo>
                  <a:pt x="152403" y="2047875"/>
                </a:lnTo>
                <a:cubicBezTo>
                  <a:pt x="68289" y="2047875"/>
                  <a:pt x="0" y="1979586"/>
                  <a:pt x="0" y="18954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38900" y="39481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53200" y="40624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010400" y="4024313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Recruitment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8900" y="4557713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management with intelligent candidate matching and automated screening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8900" y="5267325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38900" y="5267325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Matching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28905" y="5267325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133350" y="0"/>
                </a:moveTo>
                <a:lnTo>
                  <a:pt x="1000125" y="0"/>
                </a:lnTo>
                <a:cubicBezTo>
                  <a:pt x="1073723" y="0"/>
                  <a:pt x="1133475" y="59752"/>
                  <a:pt x="1133475" y="133350"/>
                </a:cubicBezTo>
                <a:lnTo>
                  <a:pt x="1133475" y="133350"/>
                </a:lnTo>
                <a:cubicBezTo>
                  <a:pt x="1133475" y="206948"/>
                  <a:pt x="1073723" y="266700"/>
                  <a:pt x="1000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428905" y="5267325"/>
            <a:ext cx="1200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Auto-Screening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1000" y="5915025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685798"/>
                </a:lnTo>
                <a:cubicBezTo>
                  <a:pt x="11430000" y="748883"/>
                  <a:pt x="11378783" y="800100"/>
                  <a:pt x="113156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61975" y="6200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" y="6067425"/>
            <a:ext cx="596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Mission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33450" y="6334125"/>
            <a:ext cx="64954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HR operations and increase company productivity through intelligent automation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43033" y="6067425"/>
            <a:ext cx="962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↑50%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66846" y="637222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16679" y="6067425"/>
            <a:ext cx="895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↓70%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40492" y="6372225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Work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 Platform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373660" y="1809754"/>
            <a:ext cx="2133600" cy="1409700"/>
          </a:xfrm>
          <a:custGeom>
            <a:avLst/>
            <a:gdLst/>
            <a:ahLst/>
            <a:cxnLst/>
            <a:rect l="l" t="t" r="r" b="b"/>
            <a:pathLst>
              <a:path w="2133600" h="1409700">
                <a:moveTo>
                  <a:pt x="152403" y="0"/>
                </a:moveTo>
                <a:lnTo>
                  <a:pt x="1981197" y="0"/>
                </a:lnTo>
                <a:cubicBezTo>
                  <a:pt x="2065367" y="0"/>
                  <a:pt x="2133600" y="68233"/>
                  <a:pt x="2133600" y="152403"/>
                </a:cubicBezTo>
                <a:lnTo>
                  <a:pt x="2133600" y="1257297"/>
                </a:lnTo>
                <a:cubicBezTo>
                  <a:pt x="2133600" y="1341467"/>
                  <a:pt x="2065367" y="1409700"/>
                  <a:pt x="198119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11860" y="20338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45210" y="21851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87960" y="251347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Automation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97485" y="2798105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tools &amp; automated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1410" y="33718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320" y="3304615"/>
            <a:ext cx="2133600" cy="1257300"/>
          </a:xfrm>
          <a:custGeom>
            <a:avLst/>
            <a:gdLst/>
            <a:ahLst/>
            <a:cxnLst/>
            <a:rect l="l" t="t" r="r" b="b"/>
            <a:pathLst>
              <a:path w="2133600" h="1257300">
                <a:moveTo>
                  <a:pt x="152397" y="0"/>
                </a:moveTo>
                <a:lnTo>
                  <a:pt x="1981203" y="0"/>
                </a:lnTo>
                <a:cubicBezTo>
                  <a:pt x="2065369" y="0"/>
                  <a:pt x="2133600" y="68231"/>
                  <a:pt x="2133600" y="152397"/>
                </a:cubicBezTo>
                <a:lnTo>
                  <a:pt x="2133600" y="1104903"/>
                </a:lnTo>
                <a:cubicBezTo>
                  <a:pt x="2133600" y="1189069"/>
                  <a:pt x="2065369" y="1257300"/>
                  <a:pt x="19812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0452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7870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620" y="40195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0145" y="4286250"/>
            <a:ext cx="1885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assistance &amp; predictive insights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1520" y="3962400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1410" y="42481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3660" y="4705350"/>
            <a:ext cx="2133600" cy="1257300"/>
          </a:xfrm>
          <a:custGeom>
            <a:avLst/>
            <a:gdLst/>
            <a:ahLst/>
            <a:cxnLst/>
            <a:rect l="l" t="t" r="r" b="b"/>
            <a:pathLst>
              <a:path w="2133600" h="1257300">
                <a:moveTo>
                  <a:pt x="152397" y="0"/>
                </a:moveTo>
                <a:lnTo>
                  <a:pt x="1981203" y="0"/>
                </a:lnTo>
                <a:cubicBezTo>
                  <a:pt x="2065369" y="0"/>
                  <a:pt x="2133600" y="68231"/>
                  <a:pt x="2133600" y="152397"/>
                </a:cubicBezTo>
                <a:lnTo>
                  <a:pt x="2133600" y="1104903"/>
                </a:lnTo>
                <a:cubicBezTo>
                  <a:pt x="2133600" y="1189069"/>
                  <a:pt x="2065369" y="1257300"/>
                  <a:pt x="19812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/>
              </a:gs>
              <a:gs pos="100000">
                <a:srgbClr val="047857"/>
              </a:gs>
            </a:gsLst>
            <a:lin ang="162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1860" y="4857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21397" y="4991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960" y="53911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Collaboration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97485" y="5657850"/>
            <a:ext cx="1885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sync &amp; team efficiency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1000" y="3333750"/>
            <a:ext cx="2133600" cy="1257300"/>
          </a:xfrm>
          <a:custGeom>
            <a:avLst/>
            <a:gdLst/>
            <a:ahLst/>
            <a:cxnLst/>
            <a:rect l="l" t="t" r="r" b="b"/>
            <a:pathLst>
              <a:path w="2133600" h="1257300">
                <a:moveTo>
                  <a:pt x="152397" y="0"/>
                </a:moveTo>
                <a:lnTo>
                  <a:pt x="1981203" y="0"/>
                </a:lnTo>
                <a:cubicBezTo>
                  <a:pt x="2065369" y="0"/>
                  <a:pt x="2133600" y="68231"/>
                  <a:pt x="2133600" y="152397"/>
                </a:cubicBezTo>
                <a:lnTo>
                  <a:pt x="2133600" y="1104903"/>
                </a:lnTo>
                <a:cubicBezTo>
                  <a:pt x="2133600" y="1189069"/>
                  <a:pt x="2065369" y="1257300"/>
                  <a:pt x="19812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/>
              </a:gs>
              <a:gs pos="100000">
                <a:srgbClr val="B91C1C"/>
              </a:gs>
            </a:gsLst>
            <a:lin ang="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19200" y="3486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2550" y="3619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5300" y="40195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4825" y="4286250"/>
            <a:ext cx="1885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permissions &amp; data control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3962400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23770" y="1466850"/>
            <a:ext cx="4991100" cy="1181100"/>
          </a:xfrm>
          <a:custGeom>
            <a:avLst/>
            <a:gdLst/>
            <a:ahLst/>
            <a:cxnLst/>
            <a:rect l="l" t="t" r="r" b="b"/>
            <a:pathLst>
              <a:path w="4991100" h="1181100">
                <a:moveTo>
                  <a:pt x="38100" y="0"/>
                </a:moveTo>
                <a:lnTo>
                  <a:pt x="4876805" y="0"/>
                </a:lnTo>
                <a:cubicBezTo>
                  <a:pt x="4939928" y="0"/>
                  <a:pt x="4991100" y="51172"/>
                  <a:pt x="4991100" y="114295"/>
                </a:cubicBezTo>
                <a:lnTo>
                  <a:pt x="4991100" y="1066805"/>
                </a:lnTo>
                <a:cubicBezTo>
                  <a:pt x="4991100" y="1129928"/>
                  <a:pt x="4939928" y="1181100"/>
                  <a:pt x="487680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823770" y="14668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57132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7385745" y="1657350"/>
            <a:ext cx="275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Dashboard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3320" y="20002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Dark-themed interface with the Core Hub at center, providing intuitive navigation and quick access to all modules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23770" y="2800350"/>
            <a:ext cx="4991100" cy="1181100"/>
          </a:xfrm>
          <a:custGeom>
            <a:avLst/>
            <a:gdLst/>
            <a:ahLst/>
            <a:cxnLst/>
            <a:rect l="l" t="t" r="r" b="b"/>
            <a:pathLst>
              <a:path w="4991100" h="1181100">
                <a:moveTo>
                  <a:pt x="38100" y="0"/>
                </a:moveTo>
                <a:lnTo>
                  <a:pt x="4876805" y="0"/>
                </a:lnTo>
                <a:cubicBezTo>
                  <a:pt x="4939928" y="0"/>
                  <a:pt x="4991100" y="51172"/>
                  <a:pt x="4991100" y="114295"/>
                </a:cubicBezTo>
                <a:lnTo>
                  <a:pt x="4991100" y="1066805"/>
                </a:lnTo>
                <a:cubicBezTo>
                  <a:pt x="4991100" y="1129928"/>
                  <a:pt x="4939928" y="1181100"/>
                  <a:pt x="487680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23770" y="2800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057132" y="3028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7385745" y="29908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Automation Pillars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33320" y="33337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pillar represents a core capability that works together to create a comprehensive HR management ecosystem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23770" y="4133850"/>
            <a:ext cx="4991100" cy="1181100"/>
          </a:xfrm>
          <a:custGeom>
            <a:avLst/>
            <a:gdLst/>
            <a:ahLst/>
            <a:cxnLst/>
            <a:rect l="l" t="t" r="r" b="b"/>
            <a:pathLst>
              <a:path w="4991100" h="1181100">
                <a:moveTo>
                  <a:pt x="38100" y="0"/>
                </a:moveTo>
                <a:lnTo>
                  <a:pt x="4876805" y="0"/>
                </a:lnTo>
                <a:cubicBezTo>
                  <a:pt x="4939928" y="0"/>
                  <a:pt x="4991100" y="51172"/>
                  <a:pt x="4991100" y="114295"/>
                </a:cubicBezTo>
                <a:lnTo>
                  <a:pt x="4991100" y="1066805"/>
                </a:lnTo>
                <a:cubicBezTo>
                  <a:pt x="4991100" y="1129928"/>
                  <a:pt x="4939928" y="1181100"/>
                  <a:pt x="487680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23770" y="41338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1" name="Shape 39"/>
          <p:cNvSpPr/>
          <p:nvPr/>
        </p:nvSpPr>
        <p:spPr>
          <a:xfrm>
            <a:off x="7069038" y="4362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7385745" y="43243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33320" y="466725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components are interconnected, enabling smooth data flow and consistent user experience across the platform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04720" y="5467350"/>
            <a:ext cx="5010150" cy="990600"/>
          </a:xfrm>
          <a:custGeom>
            <a:avLst/>
            <a:gdLst/>
            <a:ahLst/>
            <a:cxnLst/>
            <a:rect l="l" t="t" r="r" b="b"/>
            <a:pathLst>
              <a:path w="5010150" h="990600">
                <a:moveTo>
                  <a:pt x="114295" y="0"/>
                </a:moveTo>
                <a:lnTo>
                  <a:pt x="4895855" y="0"/>
                </a:lnTo>
                <a:cubicBezTo>
                  <a:pt x="4958936" y="0"/>
                  <a:pt x="5010150" y="51214"/>
                  <a:pt x="5010150" y="114295"/>
                </a:cubicBezTo>
                <a:lnTo>
                  <a:pt x="5010150" y="876305"/>
                </a:lnTo>
                <a:cubicBezTo>
                  <a:pt x="5010150" y="939386"/>
                  <a:pt x="4958936" y="990600"/>
                  <a:pt x="489585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5" name="Text 43"/>
          <p:cNvSpPr/>
          <p:nvPr/>
        </p:nvSpPr>
        <p:spPr>
          <a:xfrm>
            <a:off x="6957120" y="5619750"/>
            <a:ext cx="4781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Philosophy:</a:t>
            </a: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hub-and-spoke architecture ensures users can quickly navigate between different HR functions while maintaining context and workflow continuity.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54660" y="327660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685800" y="0"/>
                </a:moveTo>
                <a:lnTo>
                  <a:pt x="685800" y="0"/>
                </a:lnTo>
                <a:cubicBezTo>
                  <a:pt x="1064303" y="0"/>
                  <a:pt x="1371600" y="307297"/>
                  <a:pt x="1371600" y="685800"/>
                </a:cubicBezTo>
                <a:lnTo>
                  <a:pt x="1371600" y="685800"/>
                </a:lnTo>
                <a:cubicBezTo>
                  <a:pt x="1371600" y="1064303"/>
                  <a:pt x="1064303" y="1371600"/>
                  <a:pt x="685800" y="1371600"/>
                </a:cubicBezTo>
                <a:lnTo>
                  <a:pt x="685800" y="1371600"/>
                </a:lnTo>
                <a:cubicBezTo>
                  <a:pt x="307297" y="1371600"/>
                  <a:pt x="0" y="1064303"/>
                  <a:pt x="0" y="685800"/>
                </a:cubicBezTo>
                <a:lnTo>
                  <a:pt x="0" y="685800"/>
                </a:lnTo>
                <a:cubicBezTo>
                  <a:pt x="0" y="307297"/>
                  <a:pt x="307297" y="0"/>
                  <a:pt x="685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99966" y="3705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130748" y="402907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Hub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&amp;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52563"/>
            <a:ext cx="5591175" cy="1453404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61DAFB">
                  <a:alpha val="10000"/>
                </a:srgbClr>
              </a:gs>
              <a:gs pos="100000">
                <a:srgbClr val="61DAFB">
                  <a:alpha val="5000"/>
                </a:srgbClr>
              </a:gs>
            </a:gsLst>
            <a:lin ang="2700000" scaled="1"/>
          </a:gradFill>
          <a:ln w="12700">
            <a:solidFill>
              <a:srgbClr val="61DAF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1025" y="16119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1D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5325" y="171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28712" y="1627934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2549" y="1862978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21932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architecture with fast UI rendering and </a:t>
            </a:r>
            <a:r>
              <a:rPr lang="en-US" sz="12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DOM 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for seamless user experience, </a:t>
            </a:r>
            <a:r>
              <a:rPr lang="en-GB" sz="1200" b="1" dirty="0">
                <a:solidFill>
                  <a:srgbClr val="4A5568"/>
                </a:solidFill>
                <a:latin typeface="Quattrocento Sans" pitchFamily="34" charset="0"/>
              </a:rPr>
              <a:t>TypeScript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 with React hooks for state management, and React Router for </a:t>
            </a:r>
            <a:r>
              <a:rPr lang="en-GB" sz="1200" b="1" dirty="0">
                <a:solidFill>
                  <a:srgbClr val="4A5568"/>
                </a:solidFill>
                <a:latin typeface="Quattrocento Sans" pitchFamily="34" charset="0"/>
              </a:rPr>
              <a:t>SPA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 navigation</a:t>
            </a:r>
            <a:r>
              <a:rPr lang="en-GB" sz="1200" b="0" i="1" dirty="0">
                <a:solidFill>
                  <a:srgbClr val="3B3B3B"/>
                </a:solidFill>
                <a:effectLst/>
                <a:latin typeface="Segoe WPC"/>
              </a:rPr>
              <a:t>.</a:t>
            </a:r>
            <a:endParaRPr lang="en-US" sz="1200" dirty="0">
              <a:solidFill>
                <a:srgbClr val="4A5568"/>
              </a:solidFill>
              <a:latin typeface="Quattrocento Sans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5763" y="3060607"/>
            <a:ext cx="5591175" cy="1632143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ECF8E">
                  <a:alpha val="10000"/>
                </a:srgbClr>
              </a:gs>
              <a:gs pos="100000">
                <a:srgbClr val="3ECF8E">
                  <a:alpha val="5000"/>
                </a:srgbClr>
              </a:gs>
            </a:gsLst>
            <a:lin ang="2700000" scaled="1"/>
          </a:gradFill>
          <a:ln w="12700">
            <a:solidFill>
              <a:srgbClr val="3ECF8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1025" y="3139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EC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9613" y="326259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52525" y="3130363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560" y="340602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25" y="389909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RESTful API architecture with </a:t>
            </a:r>
            <a:r>
              <a:rPr lang="en-GB" sz="1200" dirty="0" err="1">
                <a:solidFill>
                  <a:srgbClr val="4A5568"/>
                </a:solidFill>
                <a:latin typeface="Quattrocento Sans" pitchFamily="34" charset="0"/>
              </a:rPr>
              <a:t>Supabase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 as our </a:t>
            </a:r>
            <a:r>
              <a:rPr lang="en-GB" sz="1200" b="1" dirty="0">
                <a:solidFill>
                  <a:srgbClr val="4A5568"/>
                </a:solidFill>
                <a:latin typeface="Quattrocento Sans" pitchFamily="34" charset="0"/>
              </a:rPr>
              <a:t>BaaS</a:t>
            </a:r>
            <a:r>
              <a:rPr lang="en-GB" sz="1200" b="0" i="1" dirty="0">
                <a:solidFill>
                  <a:srgbClr val="3B3B3B"/>
                </a:solidFill>
                <a:effectLst/>
                <a:latin typeface="Segoe WPC"/>
              </a:rPr>
              <a:t>, using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with </a:t>
            </a:r>
            <a:r>
              <a:rPr lang="nb-NO" sz="1200" dirty="0">
                <a:solidFill>
                  <a:srgbClr val="4A5568"/>
                </a:solidFill>
                <a:latin typeface="Quattrocento Sans" pitchFamily="34" charset="0"/>
              </a:rPr>
              <a:t>Prisma </a:t>
            </a:r>
            <a:r>
              <a:rPr lang="nb-NO" sz="1200" b="1" dirty="0">
                <a:solidFill>
                  <a:srgbClr val="4A5568"/>
                </a:solidFill>
                <a:latin typeface="Quattrocento Sans" pitchFamily="34" charset="0"/>
              </a:rPr>
              <a:t>ORM</a:t>
            </a:r>
            <a:r>
              <a:rPr lang="nb-NO" sz="1200" dirty="0">
                <a:solidFill>
                  <a:srgbClr val="4A5568"/>
                </a:solidFill>
                <a:latin typeface="Quattrocento Sans" pitchFamily="34" charset="0"/>
              </a:rPr>
              <a:t> for type-safe database operations, </a:t>
            </a:r>
            <a:r>
              <a:rPr lang="en-GB" sz="1200" b="0" i="1" dirty="0">
                <a:solidFill>
                  <a:srgbClr val="3B3B3B"/>
                </a:solidFill>
                <a:effectLst/>
                <a:latin typeface="Segoe WPC"/>
              </a:rPr>
              <a:t>audit logging and Redis-like caching for performance.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</a:rPr>
              <a:t> and 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authentication, real-time subscriptions, and secure storage capabilities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854672"/>
            <a:ext cx="5591175" cy="1298477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DF8">
                  <a:alpha val="1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12700">
            <a:solidFill>
              <a:srgbClr val="38BDF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7440" y="49939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038" y="51059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14288"/>
                </a:moveTo>
                <a:cubicBezTo>
                  <a:pt x="128588" y="22190"/>
                  <a:pt x="134972" y="28575"/>
                  <a:pt x="142875" y="28575"/>
                </a:cubicBezTo>
                <a:lnTo>
                  <a:pt x="160734" y="28575"/>
                </a:lnTo>
                <a:cubicBezTo>
                  <a:pt x="166673" y="28575"/>
                  <a:pt x="171450" y="33352"/>
                  <a:pt x="171450" y="39291"/>
                </a:cubicBezTo>
                <a:cubicBezTo>
                  <a:pt x="171450" y="45229"/>
                  <a:pt x="166673" y="50006"/>
                  <a:pt x="160734" y="50006"/>
                </a:cubicBezTo>
                <a:lnTo>
                  <a:pt x="14288" y="50006"/>
                </a:lnTo>
                <a:cubicBezTo>
                  <a:pt x="6385" y="50006"/>
                  <a:pt x="0" y="56391"/>
                  <a:pt x="0" y="64294"/>
                </a:cubicBezTo>
                <a:cubicBezTo>
                  <a:pt x="0" y="72197"/>
                  <a:pt x="6385" y="78581"/>
                  <a:pt x="14288" y="78581"/>
                </a:cubicBezTo>
                <a:lnTo>
                  <a:pt x="160734" y="78581"/>
                </a:lnTo>
                <a:cubicBezTo>
                  <a:pt x="182434" y="78581"/>
                  <a:pt x="200025" y="60990"/>
                  <a:pt x="200025" y="39291"/>
                </a:cubicBezTo>
                <a:cubicBezTo>
                  <a:pt x="200025" y="17591"/>
                  <a:pt x="182434" y="0"/>
                  <a:pt x="160734" y="0"/>
                </a:cubicBezTo>
                <a:lnTo>
                  <a:pt x="142875" y="0"/>
                </a:lnTo>
                <a:cubicBezTo>
                  <a:pt x="134972" y="0"/>
                  <a:pt x="128588" y="6385"/>
                  <a:pt x="128588" y="14288"/>
                </a:cubicBezTo>
                <a:close/>
                <a:moveTo>
                  <a:pt x="157163" y="171450"/>
                </a:moveTo>
                <a:cubicBezTo>
                  <a:pt x="157163" y="179353"/>
                  <a:pt x="163547" y="185738"/>
                  <a:pt x="171450" y="185738"/>
                </a:cubicBezTo>
                <a:lnTo>
                  <a:pt x="185738" y="185738"/>
                </a:lnTo>
                <a:cubicBezTo>
                  <a:pt x="209401" y="185738"/>
                  <a:pt x="228600" y="166539"/>
                  <a:pt x="228600" y="142875"/>
                </a:cubicBezTo>
                <a:cubicBezTo>
                  <a:pt x="228600" y="119211"/>
                  <a:pt x="209401" y="100013"/>
                  <a:pt x="185738" y="100013"/>
                </a:cubicBez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171450" y="157163"/>
                </a:lnTo>
                <a:cubicBezTo>
                  <a:pt x="163547" y="157163"/>
                  <a:pt x="157163" y="163547"/>
                  <a:pt x="157163" y="171450"/>
                </a:cubicBezTo>
                <a:close/>
                <a:moveTo>
                  <a:pt x="57150" y="228600"/>
                </a:moveTo>
                <a:lnTo>
                  <a:pt x="75009" y="228600"/>
                </a:lnTo>
                <a:cubicBezTo>
                  <a:pt x="96709" y="228600"/>
                  <a:pt x="114300" y="211009"/>
                  <a:pt x="114300" y="189309"/>
                </a:cubicBezTo>
                <a:cubicBezTo>
                  <a:pt x="114300" y="167610"/>
                  <a:pt x="96709" y="150019"/>
                  <a:pt x="75009" y="150019"/>
                </a:cubicBezTo>
                <a:lnTo>
                  <a:pt x="14288" y="150019"/>
                </a:lnTo>
                <a:cubicBezTo>
                  <a:pt x="6385" y="150019"/>
                  <a:pt x="0" y="156403"/>
                  <a:pt x="0" y="164306"/>
                </a:cubicBezTo>
                <a:cubicBezTo>
                  <a:pt x="0" y="172209"/>
                  <a:pt x="6385" y="178594"/>
                  <a:pt x="14288" y="178594"/>
                </a:cubicBezTo>
                <a:lnTo>
                  <a:pt x="75009" y="178594"/>
                </a:lnTo>
                <a:cubicBezTo>
                  <a:pt x="80948" y="178594"/>
                  <a:pt x="85725" y="183371"/>
                  <a:pt x="85725" y="189309"/>
                </a:cubicBezTo>
                <a:cubicBezTo>
                  <a:pt x="85725" y="195248"/>
                  <a:pt x="80948" y="200025"/>
                  <a:pt x="75009" y="200025"/>
                </a:cubicBezTo>
                <a:lnTo>
                  <a:pt x="57150" y="200025"/>
                </a:lnTo>
                <a:cubicBezTo>
                  <a:pt x="49247" y="200025"/>
                  <a:pt x="42863" y="206410"/>
                  <a:pt x="42863" y="214313"/>
                </a:cubicBezTo>
                <a:cubicBezTo>
                  <a:pt x="42863" y="222215"/>
                  <a:pt x="49247" y="228600"/>
                  <a:pt x="57150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5602" y="4991105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4595" y="5239033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Styling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1025" y="5534027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 CSS framework enabling rapid, consistent, and responsive interface development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5063" y="1452563"/>
            <a:ext cx="5591175" cy="1419225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7C3AED">
                  <a:alpha val="5000"/>
                </a:srgbClr>
              </a:gs>
            </a:gsLst>
            <a:lin ang="2700000" scaled="1"/>
          </a:gradFill>
          <a:ln w="12700">
            <a:solidFill>
              <a:srgbClr val="7C3AED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03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96050" y="17621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81825" y="16478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Llama 3.3 70B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1825" y="191452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0325" y="221932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language model powering intelligent recruitment assistance, CV analysis, and HR analytics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3033713"/>
            <a:ext cx="5591175" cy="1419225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B6B">
                  <a:alpha val="10000"/>
                </a:srgbClr>
              </a:gs>
              <a:gs pos="100000">
                <a:srgbClr val="FF6B6B">
                  <a:alpha val="500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0325" y="3228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24625" y="3343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81825" y="32289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Recharts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81825" y="349567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0325" y="3800475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and graphs for HR analytics, performance metrics, and real-time dashboard visualization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5063" y="4614863"/>
            <a:ext cx="5591175" cy="1538287"/>
          </a:xfrm>
          <a:custGeom>
            <a:avLst/>
            <a:gdLst/>
            <a:ahLst/>
            <a:cxnLst/>
            <a:rect l="l" t="t" r="r" b="b"/>
            <a:pathLst>
              <a:path w="5591175" h="1419225">
                <a:moveTo>
                  <a:pt x="152396" y="0"/>
                </a:moveTo>
                <a:lnTo>
                  <a:pt x="5438779" y="0"/>
                </a:lnTo>
                <a:cubicBezTo>
                  <a:pt x="5522945" y="0"/>
                  <a:pt x="5591175" y="68230"/>
                  <a:pt x="5591175" y="152396"/>
                </a:cubicBezTo>
                <a:lnTo>
                  <a:pt x="5591175" y="1266829"/>
                </a:lnTo>
                <a:cubicBezTo>
                  <a:pt x="5591175" y="1350995"/>
                  <a:pt x="5522945" y="1419225"/>
                  <a:pt x="5438779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10000"/>
                </a:srgbClr>
              </a:gs>
              <a:gs pos="100000">
                <a:srgbClr val="1A1A1A">
                  <a:alpha val="5000"/>
                </a:srgbClr>
              </a:gs>
            </a:gsLst>
            <a:lin ang="2700000" scaled="1"/>
          </a:gradFill>
          <a:ln w="12700">
            <a:solidFill>
              <a:srgbClr val="1A1A1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10325" y="4810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0338" y="49244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81825" y="481012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 Tools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81825" y="5076825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&amp; Deployment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0325" y="5554193"/>
            <a:ext cx="5276850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 for fast builds, Git/GitHub for version control,  </a:t>
            </a:r>
            <a:r>
              <a:rPr lang="en-US" sz="12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Vercel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seamless cloud deployment, and </a:t>
            </a:r>
            <a:r>
              <a:rPr lang="en-GB" sz="1200" b="1" dirty="0">
                <a:solidFill>
                  <a:srgbClr val="4A5568"/>
                </a:solidFill>
                <a:latin typeface="Quattrocento Sans" pitchFamily="34" charset="0"/>
              </a:rPr>
              <a:t>CI/CD 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pipeline with automated testing using </a:t>
            </a:r>
            <a:r>
              <a:rPr lang="en-GB" sz="1200" b="1" dirty="0" err="1">
                <a:solidFill>
                  <a:srgbClr val="4A5568"/>
                </a:solidFill>
                <a:latin typeface="Quattrocento Sans" pitchFamily="34" charset="0"/>
              </a:rPr>
              <a:t>Vitest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 and </a:t>
            </a:r>
            <a:r>
              <a:rPr lang="en-GB" sz="1200" b="1" dirty="0">
                <a:solidFill>
                  <a:srgbClr val="4A5568"/>
                </a:solidFill>
                <a:latin typeface="Quattrocento Sans" pitchFamily="34" charset="0"/>
              </a:rPr>
              <a:t>React Testing Library</a:t>
            </a:r>
            <a:r>
              <a:rPr lang="en-GB" sz="1200" dirty="0">
                <a:solidFill>
                  <a:srgbClr val="4A5568"/>
                </a:solidFill>
                <a:latin typeface="Quattrocento Sans" pitchFamily="34" charset="0"/>
              </a:rPr>
              <a:t>, deployed on scalable infrastructure.</a:t>
            </a:r>
            <a:endParaRPr lang="en-US" sz="1200" dirty="0">
              <a:solidFill>
                <a:srgbClr val="4A5568"/>
              </a:solidFill>
              <a:latin typeface="Quattrocento Sans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81000" y="620918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06142" y="6381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2953792" y="6343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Architecture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45372" y="6381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4893022" y="63436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&amp; Secure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4521" y="6381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652171" y="63436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Capabilities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52693" y="6381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8700343" y="634365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 Control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47800"/>
            <a:ext cx="2162175" cy="2209800"/>
          </a:xfrm>
          <a:custGeom>
            <a:avLst/>
            <a:gdLst/>
            <a:ahLst/>
            <a:cxnLst/>
            <a:rect l="l" t="t" r="r" b="b"/>
            <a:pathLst>
              <a:path w="2162175" h="2209800">
                <a:moveTo>
                  <a:pt x="114293" y="0"/>
                </a:moveTo>
                <a:lnTo>
                  <a:pt x="2047882" y="0"/>
                </a:lnTo>
                <a:cubicBezTo>
                  <a:pt x="2110962" y="0"/>
                  <a:pt x="2162175" y="51213"/>
                  <a:pt x="2162175" y="114293"/>
                </a:cubicBezTo>
                <a:lnTo>
                  <a:pt x="2162175" y="2095507"/>
                </a:lnTo>
                <a:cubicBezTo>
                  <a:pt x="2162175" y="2158629"/>
                  <a:pt x="2111004" y="2209800"/>
                  <a:pt x="2047882" y="2209800"/>
                </a:cubicBezTo>
                <a:lnTo>
                  <a:pt x="114293" y="2209800"/>
                </a:lnTo>
                <a:cubicBezTo>
                  <a:pt x="51213" y="2209800"/>
                  <a:pt x="0" y="2158587"/>
                  <a:pt x="0" y="20955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9628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34393" y="1752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0538" y="22479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825" y="25527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3400" y="2781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Platform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3400" y="2971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 oversight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3400" y="3162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Subscription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400" y="3352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 configuration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361" y="1447800"/>
            <a:ext cx="2162175" cy="2209800"/>
          </a:xfrm>
          <a:custGeom>
            <a:avLst/>
            <a:gdLst/>
            <a:ahLst/>
            <a:cxnLst/>
            <a:rect l="l" t="t" r="r" b="b"/>
            <a:pathLst>
              <a:path w="2162175" h="2209800">
                <a:moveTo>
                  <a:pt x="114293" y="0"/>
                </a:moveTo>
                <a:lnTo>
                  <a:pt x="2047882" y="0"/>
                </a:lnTo>
                <a:cubicBezTo>
                  <a:pt x="2110962" y="0"/>
                  <a:pt x="2162175" y="51213"/>
                  <a:pt x="2162175" y="114293"/>
                </a:cubicBezTo>
                <a:lnTo>
                  <a:pt x="2162175" y="2095507"/>
                </a:lnTo>
                <a:cubicBezTo>
                  <a:pt x="2162175" y="2158629"/>
                  <a:pt x="2111004" y="2209800"/>
                  <a:pt x="2047882" y="2209800"/>
                </a:cubicBezTo>
                <a:lnTo>
                  <a:pt x="114293" y="2209800"/>
                </a:lnTo>
                <a:cubicBezTo>
                  <a:pt x="51213" y="2209800"/>
                  <a:pt x="0" y="2158587"/>
                  <a:pt x="0" y="20955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1264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50754" y="1752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06898" y="22479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21186" y="25527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Level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49761" y="2781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49761" y="2971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Department access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49761" y="3162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Full reporting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49761" y="3352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administration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13871" y="1447800"/>
            <a:ext cx="2162175" cy="2209800"/>
          </a:xfrm>
          <a:custGeom>
            <a:avLst/>
            <a:gdLst/>
            <a:ahLst/>
            <a:cxnLst/>
            <a:rect l="l" t="t" r="r" b="b"/>
            <a:pathLst>
              <a:path w="2162175" h="2209800">
                <a:moveTo>
                  <a:pt x="114293" y="0"/>
                </a:moveTo>
                <a:lnTo>
                  <a:pt x="2047882" y="0"/>
                </a:lnTo>
                <a:cubicBezTo>
                  <a:pt x="2110962" y="0"/>
                  <a:pt x="2162175" y="51213"/>
                  <a:pt x="2162175" y="114293"/>
                </a:cubicBezTo>
                <a:lnTo>
                  <a:pt x="2162175" y="2095507"/>
                </a:lnTo>
                <a:cubicBezTo>
                  <a:pt x="2162175" y="2158629"/>
                  <a:pt x="2111004" y="2209800"/>
                  <a:pt x="2047882" y="2209800"/>
                </a:cubicBezTo>
                <a:lnTo>
                  <a:pt x="114293" y="2209800"/>
                </a:lnTo>
                <a:cubicBezTo>
                  <a:pt x="51213" y="2209800"/>
                  <a:pt x="0" y="2158587"/>
                  <a:pt x="0" y="20955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sp>
      <p:sp>
        <p:nvSpPr>
          <p:cNvPr id="24" name="Shape 22"/>
          <p:cNvSpPr/>
          <p:nvPr/>
        </p:nvSpPr>
        <p:spPr>
          <a:xfrm>
            <a:off x="582915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995839" y="1752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3408" y="22479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37696" y="25527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Department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271" y="2781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Recruitment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271" y="2971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Employee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271" y="3162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Payroll processing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271" y="3352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handling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30380" y="1447800"/>
            <a:ext cx="2162175" cy="2209800"/>
          </a:xfrm>
          <a:custGeom>
            <a:avLst/>
            <a:gdLst/>
            <a:ahLst/>
            <a:cxnLst/>
            <a:rect l="l" t="t" r="r" b="b"/>
            <a:pathLst>
              <a:path w="2162175" h="2209800">
                <a:moveTo>
                  <a:pt x="114293" y="0"/>
                </a:moveTo>
                <a:lnTo>
                  <a:pt x="2047882" y="0"/>
                </a:lnTo>
                <a:cubicBezTo>
                  <a:pt x="2110962" y="0"/>
                  <a:pt x="2162175" y="51213"/>
                  <a:pt x="2162175" y="114293"/>
                </a:cubicBezTo>
                <a:lnTo>
                  <a:pt x="2162175" y="2095507"/>
                </a:lnTo>
                <a:cubicBezTo>
                  <a:pt x="2162175" y="2158629"/>
                  <a:pt x="2111004" y="2209800"/>
                  <a:pt x="2047882" y="2209800"/>
                </a:cubicBezTo>
                <a:lnTo>
                  <a:pt x="114293" y="2209800"/>
                </a:lnTo>
                <a:cubicBezTo>
                  <a:pt x="51213" y="2209800"/>
                  <a:pt x="0" y="2158587"/>
                  <a:pt x="0" y="20955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B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566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269486" y="175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39918" y="22479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4205" y="25527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Level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82780" y="2781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Task assignment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82780" y="2971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Performance monitoring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82780" y="3162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Team attendance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82780" y="3352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Productivity tracking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646890" y="1447800"/>
            <a:ext cx="2162175" cy="2209800"/>
          </a:xfrm>
          <a:custGeom>
            <a:avLst/>
            <a:gdLst/>
            <a:ahLst/>
            <a:cxnLst/>
            <a:rect l="l" t="t" r="r" b="b"/>
            <a:pathLst>
              <a:path w="2162175" h="2209800">
                <a:moveTo>
                  <a:pt x="114293" y="0"/>
                </a:moveTo>
                <a:lnTo>
                  <a:pt x="2047882" y="0"/>
                </a:lnTo>
                <a:cubicBezTo>
                  <a:pt x="2110962" y="0"/>
                  <a:pt x="2162175" y="51213"/>
                  <a:pt x="2162175" y="114293"/>
                </a:cubicBezTo>
                <a:lnTo>
                  <a:pt x="2162175" y="2095507"/>
                </a:lnTo>
                <a:cubicBezTo>
                  <a:pt x="2162175" y="2158629"/>
                  <a:pt x="2111004" y="2209800"/>
                  <a:pt x="2047882" y="2209800"/>
                </a:cubicBezTo>
                <a:lnTo>
                  <a:pt x="114293" y="2209800"/>
                </a:lnTo>
                <a:cubicBezTo>
                  <a:pt x="51213" y="2209800"/>
                  <a:pt x="0" y="2158587"/>
                  <a:pt x="0" y="20955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42" name="Shape 40"/>
          <p:cNvSpPr/>
          <p:nvPr/>
        </p:nvSpPr>
        <p:spPr>
          <a:xfrm>
            <a:off x="10462171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28858" y="1752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756428" y="22479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70715" y="25527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799290" y="2781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Daily attendance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799290" y="2971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Task management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799290" y="31623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requests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799290" y="3352800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Leave applications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81000" y="3810000"/>
            <a:ext cx="11430000" cy="1466850"/>
          </a:xfrm>
          <a:custGeom>
            <a:avLst/>
            <a:gdLst/>
            <a:ahLst/>
            <a:cxnLst/>
            <a:rect l="l" t="t" r="r" b="b"/>
            <a:pathLst>
              <a:path w="11430000" h="146685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1352553"/>
                </a:lnTo>
                <a:cubicBezTo>
                  <a:pt x="11430000" y="1415678"/>
                  <a:pt x="11378828" y="1466850"/>
                  <a:pt x="1131570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71500" y="4276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2475" y="44291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1257300" y="4000500"/>
            <a:ext cx="712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Principle of Least Privilege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57300" y="4343400"/>
            <a:ext cx="7105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role only accesses information and features relevant to their responsibilities. This ensures data security, prevents unauthorized access, and creates a focused user experience tailored to specific job functions.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64587" y="4276725"/>
            <a:ext cx="790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02687" y="4619625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Levels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43417" y="427672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81517" y="461962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339239" y="4276725"/>
            <a:ext cx="1352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377339" y="46196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Access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Recruitment Process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0050" y="1638300"/>
            <a:ext cx="3267075" cy="1447800"/>
          </a:xfrm>
          <a:custGeom>
            <a:avLst/>
            <a:gdLst/>
            <a:ahLst/>
            <a:cxnLst/>
            <a:rect l="l" t="t" r="r" b="b"/>
            <a:pathLst>
              <a:path w="3267075" h="1447800">
                <a:moveTo>
                  <a:pt x="38100" y="0"/>
                </a:moveTo>
                <a:lnTo>
                  <a:pt x="3152771" y="0"/>
                </a:lnTo>
                <a:cubicBezTo>
                  <a:pt x="3215899" y="0"/>
                  <a:pt x="3267075" y="51176"/>
                  <a:pt x="3267075" y="114304"/>
                </a:cubicBezTo>
                <a:lnTo>
                  <a:pt x="3267075" y="1333496"/>
                </a:lnTo>
                <a:cubicBezTo>
                  <a:pt x="3267075" y="1396624"/>
                  <a:pt x="3215899" y="1447800"/>
                  <a:pt x="315277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383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7279" y="5626"/>
                </a:moveTo>
                <a:cubicBezTo>
                  <a:pt x="140702" y="7144"/>
                  <a:pt x="142875" y="10537"/>
                  <a:pt x="142875" y="14288"/>
                </a:cubicBezTo>
                <a:lnTo>
                  <a:pt x="142875" y="138113"/>
                </a:lnTo>
                <a:cubicBezTo>
                  <a:pt x="142875" y="141863"/>
                  <a:pt x="140702" y="145256"/>
                  <a:pt x="137279" y="146774"/>
                </a:cubicBezTo>
                <a:cubicBezTo>
                  <a:pt x="133856" y="148292"/>
                  <a:pt x="129897" y="147727"/>
                  <a:pt x="127069" y="145256"/>
                </a:cubicBezTo>
                <a:lnTo>
                  <a:pt x="113199" y="133142"/>
                </a:lnTo>
                <a:cubicBezTo>
                  <a:pt x="100221" y="121801"/>
                  <a:pt x="83820" y="115193"/>
                  <a:pt x="66645" y="114389"/>
                </a:cubicBezTo>
                <a:lnTo>
                  <a:pt x="66645" y="142875"/>
                </a:lnTo>
                <a:cubicBezTo>
                  <a:pt x="66645" y="148144"/>
                  <a:pt x="62389" y="152400"/>
                  <a:pt x="57120" y="152400"/>
                </a:cubicBezTo>
                <a:lnTo>
                  <a:pt x="47595" y="152400"/>
                </a:lnTo>
                <a:cubicBezTo>
                  <a:pt x="42327" y="152400"/>
                  <a:pt x="38070" y="148144"/>
                  <a:pt x="38070" y="142875"/>
                </a:cubicBezTo>
                <a:lnTo>
                  <a:pt x="38070" y="114300"/>
                </a:lnTo>
                <a:cubicBezTo>
                  <a:pt x="17056" y="114300"/>
                  <a:pt x="0" y="97244"/>
                  <a:pt x="0" y="76200"/>
                </a:cubicBezTo>
                <a:cubicBezTo>
                  <a:pt x="0" y="55156"/>
                  <a:pt x="17056" y="38100"/>
                  <a:pt x="38100" y="38100"/>
                </a:cubicBezTo>
                <a:lnTo>
                  <a:pt x="63252" y="38100"/>
                </a:lnTo>
                <a:cubicBezTo>
                  <a:pt x="81647" y="38040"/>
                  <a:pt x="99387" y="31343"/>
                  <a:pt x="113228" y="19258"/>
                </a:cubicBezTo>
                <a:lnTo>
                  <a:pt x="127099" y="7144"/>
                </a:lnTo>
                <a:cubicBezTo>
                  <a:pt x="129897" y="4673"/>
                  <a:pt x="133916" y="4108"/>
                  <a:pt x="137309" y="5626"/>
                </a:cubicBezTo>
                <a:close/>
                <a:moveTo>
                  <a:pt x="66675" y="95250"/>
                </a:moveTo>
                <a:lnTo>
                  <a:pt x="66675" y="95310"/>
                </a:lnTo>
                <a:cubicBezTo>
                  <a:pt x="87600" y="96113"/>
                  <a:pt x="107692" y="103793"/>
                  <a:pt x="123825" y="117157"/>
                </a:cubicBezTo>
                <a:lnTo>
                  <a:pt x="123825" y="35213"/>
                </a:lnTo>
                <a:cubicBezTo>
                  <a:pt x="107692" y="48578"/>
                  <a:pt x="87600" y="56257"/>
                  <a:pt x="66675" y="57061"/>
                </a:cubicBezTo>
                <a:lnTo>
                  <a:pt x="66675" y="95250"/>
                </a:ln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6800" y="18478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Posting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247900"/>
            <a:ext cx="3019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and publish job offers with detailed descriptions, requirements, and application deadlines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36640" y="1638300"/>
            <a:ext cx="3267075" cy="1447800"/>
          </a:xfrm>
          <a:custGeom>
            <a:avLst/>
            <a:gdLst/>
            <a:ahLst/>
            <a:cxnLst/>
            <a:rect l="l" t="t" r="r" b="b"/>
            <a:pathLst>
              <a:path w="3267075" h="1447800">
                <a:moveTo>
                  <a:pt x="38100" y="0"/>
                </a:moveTo>
                <a:lnTo>
                  <a:pt x="3152771" y="0"/>
                </a:lnTo>
                <a:cubicBezTo>
                  <a:pt x="3215899" y="0"/>
                  <a:pt x="3267075" y="51176"/>
                  <a:pt x="3267075" y="114304"/>
                </a:cubicBezTo>
                <a:lnTo>
                  <a:pt x="3267075" y="1333496"/>
                </a:lnTo>
                <a:cubicBezTo>
                  <a:pt x="3267075" y="1396624"/>
                  <a:pt x="3215899" y="1447800"/>
                  <a:pt x="315277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0037" y="16383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0809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03340" y="1905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61925" y="28575"/>
                </a:moveTo>
                <a:cubicBezTo>
                  <a:pt x="165884" y="28575"/>
                  <a:pt x="169069" y="31760"/>
                  <a:pt x="169069" y="35719"/>
                </a:cubicBezTo>
                <a:lnTo>
                  <a:pt x="169069" y="50006"/>
                </a:lnTo>
                <a:lnTo>
                  <a:pt x="183356" y="50006"/>
                </a:lnTo>
                <a:cubicBezTo>
                  <a:pt x="187315" y="50006"/>
                  <a:pt x="190500" y="53191"/>
                  <a:pt x="190500" y="57150"/>
                </a:cubicBezTo>
                <a:cubicBezTo>
                  <a:pt x="190500" y="61109"/>
                  <a:pt x="187315" y="64294"/>
                  <a:pt x="183356" y="64294"/>
                </a:cubicBezTo>
                <a:lnTo>
                  <a:pt x="169069" y="64294"/>
                </a:lnTo>
                <a:lnTo>
                  <a:pt x="169069" y="78581"/>
                </a:lnTo>
                <a:cubicBezTo>
                  <a:pt x="169069" y="82540"/>
                  <a:pt x="165884" y="85725"/>
                  <a:pt x="161925" y="85725"/>
                </a:cubicBezTo>
                <a:cubicBezTo>
                  <a:pt x="157966" y="85725"/>
                  <a:pt x="154781" y="82540"/>
                  <a:pt x="154781" y="78581"/>
                </a:cubicBezTo>
                <a:lnTo>
                  <a:pt x="154781" y="64294"/>
                </a:lnTo>
                <a:lnTo>
                  <a:pt x="140494" y="64294"/>
                </a:lnTo>
                <a:cubicBezTo>
                  <a:pt x="136535" y="64294"/>
                  <a:pt x="133350" y="61109"/>
                  <a:pt x="133350" y="57150"/>
                </a:cubicBezTo>
                <a:cubicBezTo>
                  <a:pt x="133350" y="53191"/>
                  <a:pt x="136535" y="50006"/>
                  <a:pt x="140494" y="50006"/>
                </a:cubicBezTo>
                <a:lnTo>
                  <a:pt x="154781" y="50006"/>
                </a:lnTo>
                <a:lnTo>
                  <a:pt x="154781" y="35719"/>
                </a:lnTo>
                <a:cubicBezTo>
                  <a:pt x="154781" y="31760"/>
                  <a:pt x="157966" y="28575"/>
                  <a:pt x="161925" y="28575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03390" y="184785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Portal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8090" y="2247900"/>
            <a:ext cx="3019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candidate portal for submitting applications, uploading CVs, and tracking status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238500"/>
            <a:ext cx="3267075" cy="1447800"/>
          </a:xfrm>
          <a:custGeom>
            <a:avLst/>
            <a:gdLst/>
            <a:ahLst/>
            <a:cxnLst/>
            <a:rect l="l" t="t" r="r" b="b"/>
            <a:pathLst>
              <a:path w="3267075" h="1447800">
                <a:moveTo>
                  <a:pt x="38100" y="0"/>
                </a:moveTo>
                <a:lnTo>
                  <a:pt x="3152771" y="0"/>
                </a:lnTo>
                <a:cubicBezTo>
                  <a:pt x="3215899" y="0"/>
                  <a:pt x="3267075" y="51176"/>
                  <a:pt x="3267075" y="114304"/>
                </a:cubicBezTo>
                <a:lnTo>
                  <a:pt x="3267075" y="1333496"/>
                </a:lnTo>
                <a:cubicBezTo>
                  <a:pt x="3267075" y="1396624"/>
                  <a:pt x="3215899" y="1447800"/>
                  <a:pt x="315277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238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850" y="35052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66800" y="34480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Management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848100"/>
            <a:ext cx="3019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</a:t>
            </a: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storing, organizing, and searching candidate profiles and documents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36640" y="3238500"/>
            <a:ext cx="3267075" cy="1447800"/>
          </a:xfrm>
          <a:custGeom>
            <a:avLst/>
            <a:gdLst/>
            <a:ahLst/>
            <a:cxnLst/>
            <a:rect l="l" t="t" r="r" b="b"/>
            <a:pathLst>
              <a:path w="3267075" h="1447800">
                <a:moveTo>
                  <a:pt x="38100" y="0"/>
                </a:moveTo>
                <a:lnTo>
                  <a:pt x="3152771" y="0"/>
                </a:lnTo>
                <a:cubicBezTo>
                  <a:pt x="3215899" y="0"/>
                  <a:pt x="3267075" y="51176"/>
                  <a:pt x="3267075" y="114304"/>
                </a:cubicBezTo>
                <a:lnTo>
                  <a:pt x="3267075" y="1333496"/>
                </a:lnTo>
                <a:cubicBezTo>
                  <a:pt x="3267075" y="1396624"/>
                  <a:pt x="3215899" y="1447800"/>
                  <a:pt x="315277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36640" y="3238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8090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31915" y="3505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03390" y="34480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Scheduling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08090" y="3848100"/>
            <a:ext cx="3019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</a:t>
            </a: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</a:t>
            </a: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with calendar integration and reminder notifications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872878"/>
            <a:ext cx="6715125" cy="1266825"/>
          </a:xfrm>
          <a:custGeom>
            <a:avLst/>
            <a:gdLst/>
            <a:ahLst/>
            <a:cxnLst/>
            <a:rect l="l" t="t" r="r" b="b"/>
            <a:pathLst>
              <a:path w="6715125" h="1266825">
                <a:moveTo>
                  <a:pt x="114306" y="0"/>
                </a:moveTo>
                <a:lnTo>
                  <a:pt x="6600819" y="0"/>
                </a:lnTo>
                <a:cubicBezTo>
                  <a:pt x="6663949" y="0"/>
                  <a:pt x="6715125" y="51176"/>
                  <a:pt x="6715125" y="114306"/>
                </a:cubicBezTo>
                <a:lnTo>
                  <a:pt x="6715125" y="1152519"/>
                </a:lnTo>
                <a:cubicBezTo>
                  <a:pt x="6715125" y="1215649"/>
                  <a:pt x="6663949" y="1266825"/>
                  <a:pt x="660081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7C3AED">
                  <a:alpha val="5000"/>
                </a:srgbClr>
              </a:gs>
            </a:gsLst>
            <a:lin ang="0" scaled="1"/>
          </a:gradFill>
          <a:ln w="12700">
            <a:solidFill>
              <a:srgbClr val="7C3AE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42925" y="50196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2975" y="5000625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Enhancements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62980" y="538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9587" y="56102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 Summarization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4350" y="58007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Auto-extract key information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898" y="538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92598" y="56102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Matching Score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697361" y="58007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Candidate-job compatibility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17245" y="538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5758" y="56102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Screening Questions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80521" y="5800725"/>
            <a:ext cx="2085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initial assessment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0380" y="1638300"/>
            <a:ext cx="4476750" cy="3924300"/>
          </a:xfrm>
          <a:custGeom>
            <a:avLst/>
            <a:gdLst/>
            <a:ahLst/>
            <a:cxnLst/>
            <a:rect l="l" t="t" r="r" b="b"/>
            <a:pathLst>
              <a:path w="4476750" h="3924300">
                <a:moveTo>
                  <a:pt x="152381" y="0"/>
                </a:moveTo>
                <a:lnTo>
                  <a:pt x="4324369" y="0"/>
                </a:lnTo>
                <a:cubicBezTo>
                  <a:pt x="4408471" y="0"/>
                  <a:pt x="4476750" y="68279"/>
                  <a:pt x="4476750" y="152381"/>
                </a:cubicBezTo>
                <a:lnTo>
                  <a:pt x="4476750" y="3771919"/>
                </a:lnTo>
                <a:cubicBezTo>
                  <a:pt x="4476750" y="3856021"/>
                  <a:pt x="4408471" y="3924300"/>
                  <a:pt x="4324369" y="3924300"/>
                </a:cubicBezTo>
                <a:lnTo>
                  <a:pt x="152381" y="3924300"/>
                </a:lnTo>
                <a:cubicBezTo>
                  <a:pt x="68279" y="3924300"/>
                  <a:pt x="0" y="3856021"/>
                  <a:pt x="0" y="37719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82793" y="190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797105" y="1866900"/>
            <a:ext cx="3876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Recruitment Pipeline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8980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25643" y="22860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78080" y="2343150"/>
            <a:ext cx="1242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Posted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11380" y="27051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58980" y="297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525643" y="29718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78080" y="3028950"/>
            <a:ext cx="24675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Received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711380" y="33909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58980" y="365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525643" y="36576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978080" y="3714750"/>
            <a:ext cx="15400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 Screening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711380" y="40767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58980" y="434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525643" y="43434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78080" y="4400550"/>
            <a:ext cx="23100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Scheduled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11380" y="47625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58980" y="502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525643" y="502920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978079" y="5086350"/>
            <a:ext cx="2415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&amp; Decision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330380" y="5715000"/>
            <a:ext cx="4476750" cy="1028700"/>
          </a:xfrm>
          <a:custGeom>
            <a:avLst/>
            <a:gdLst/>
            <a:ahLst/>
            <a:cxnLst/>
            <a:rect l="l" t="t" r="r" b="b"/>
            <a:pathLst>
              <a:path w="4476750" h="1028700">
                <a:moveTo>
                  <a:pt x="114299" y="0"/>
                </a:moveTo>
                <a:lnTo>
                  <a:pt x="4362451" y="0"/>
                </a:lnTo>
                <a:cubicBezTo>
                  <a:pt x="4425577" y="0"/>
                  <a:pt x="4476750" y="51173"/>
                  <a:pt x="4476750" y="114299"/>
                </a:cubicBezTo>
                <a:lnTo>
                  <a:pt x="4476750" y="914401"/>
                </a:lnTo>
                <a:cubicBezTo>
                  <a:pt x="4476750" y="977527"/>
                  <a:pt x="4425577" y="1028700"/>
                  <a:pt x="436245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7482780" y="586740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 Flow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711976" y="6172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49443" y="64008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creates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470255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0" name="Shape 68"/>
          <p:cNvSpPr/>
          <p:nvPr/>
        </p:nvSpPr>
        <p:spPr>
          <a:xfrm>
            <a:off x="9336584" y="6172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8928050" y="64008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 reviews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312301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3" name="Shape 71"/>
          <p:cNvSpPr/>
          <p:nvPr/>
        </p:nvSpPr>
        <p:spPr>
          <a:xfrm>
            <a:off x="11111805" y="6172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4" name="Text 72"/>
          <p:cNvSpPr/>
          <p:nvPr/>
        </p:nvSpPr>
        <p:spPr>
          <a:xfrm>
            <a:off x="10769947" y="64008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made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Request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38300"/>
            <a:ext cx="2981325" cy="1447800"/>
          </a:xfrm>
          <a:custGeom>
            <a:avLst/>
            <a:gdLst/>
            <a:ahLst/>
            <a:cxnLst/>
            <a:rect l="l" t="t" r="r" b="b"/>
            <a:pathLst>
              <a:path w="2981325" h="1447800">
                <a:moveTo>
                  <a:pt x="38100" y="0"/>
                </a:moveTo>
                <a:lnTo>
                  <a:pt x="2867021" y="0"/>
                </a:lnTo>
                <a:cubicBezTo>
                  <a:pt x="2930149" y="0"/>
                  <a:pt x="2981325" y="51176"/>
                  <a:pt x="2981325" y="114304"/>
                </a:cubicBezTo>
                <a:lnTo>
                  <a:pt x="2981325" y="1333496"/>
                </a:lnTo>
                <a:cubicBezTo>
                  <a:pt x="2981325" y="1396624"/>
                  <a:pt x="2930149" y="1447800"/>
                  <a:pt x="286702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383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6750" y="1905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80" y="19050"/>
                </a:moveTo>
                <a:cubicBezTo>
                  <a:pt x="19080" y="8543"/>
                  <a:pt x="27622" y="0"/>
                  <a:pt x="38130" y="0"/>
                </a:cubicBezTo>
                <a:lnTo>
                  <a:pt x="82629" y="0"/>
                </a:lnTo>
                <a:cubicBezTo>
                  <a:pt x="87690" y="0"/>
                  <a:pt x="92541" y="1994"/>
                  <a:pt x="96113" y="5566"/>
                </a:cubicBezTo>
                <a:lnTo>
                  <a:pt x="127784" y="37296"/>
                </a:lnTo>
                <a:cubicBezTo>
                  <a:pt x="131356" y="40868"/>
                  <a:pt x="133350" y="45720"/>
                  <a:pt x="133350" y="50780"/>
                </a:cubicBezTo>
                <a:lnTo>
                  <a:pt x="133350" y="79802"/>
                </a:lnTo>
                <a:lnTo>
                  <a:pt x="94059" y="119092"/>
                </a:lnTo>
                <a:lnTo>
                  <a:pt x="81528" y="119092"/>
                </a:lnTo>
                <a:lnTo>
                  <a:pt x="76736" y="103138"/>
                </a:lnTo>
                <a:cubicBezTo>
                  <a:pt x="75337" y="98465"/>
                  <a:pt x="71051" y="95280"/>
                  <a:pt x="66169" y="95280"/>
                </a:cubicBezTo>
                <a:cubicBezTo>
                  <a:pt x="62805" y="95280"/>
                  <a:pt x="59650" y="96798"/>
                  <a:pt x="57567" y="99417"/>
                </a:cubicBezTo>
                <a:lnTo>
                  <a:pt x="39678" y="121741"/>
                </a:lnTo>
                <a:cubicBezTo>
                  <a:pt x="37207" y="124807"/>
                  <a:pt x="37713" y="129332"/>
                  <a:pt x="40779" y="131772"/>
                </a:cubicBezTo>
                <a:cubicBezTo>
                  <a:pt x="43845" y="134213"/>
                  <a:pt x="48369" y="133737"/>
                  <a:pt x="50810" y="130641"/>
                </a:cubicBezTo>
                <a:lnTo>
                  <a:pt x="64830" y="113139"/>
                </a:lnTo>
                <a:lnTo>
                  <a:pt x="69354" y="128230"/>
                </a:lnTo>
                <a:cubicBezTo>
                  <a:pt x="70247" y="131266"/>
                  <a:pt x="73045" y="133320"/>
                  <a:pt x="76200" y="133320"/>
                </a:cubicBezTo>
                <a:lnTo>
                  <a:pt x="85576" y="133320"/>
                </a:lnTo>
                <a:cubicBezTo>
                  <a:pt x="85308" y="134243"/>
                  <a:pt x="85070" y="135195"/>
                  <a:pt x="84892" y="136148"/>
                </a:cubicBezTo>
                <a:lnTo>
                  <a:pt x="81647" y="152370"/>
                </a:lnTo>
                <a:lnTo>
                  <a:pt x="38130" y="152370"/>
                </a:lnTo>
                <a:cubicBezTo>
                  <a:pt x="27623" y="152370"/>
                  <a:pt x="19080" y="143828"/>
                  <a:pt x="19080" y="133320"/>
                </a:cubicBezTo>
                <a:lnTo>
                  <a:pt x="19080" y="19020"/>
                </a:lnTo>
                <a:close/>
                <a:moveTo>
                  <a:pt x="80992" y="17413"/>
                </a:moveTo>
                <a:lnTo>
                  <a:pt x="80992" y="45244"/>
                </a:lnTo>
                <a:cubicBezTo>
                  <a:pt x="80992" y="49203"/>
                  <a:pt x="84177" y="52388"/>
                  <a:pt x="88136" y="52388"/>
                </a:cubicBezTo>
                <a:lnTo>
                  <a:pt x="115967" y="52388"/>
                </a:lnTo>
                <a:lnTo>
                  <a:pt x="80992" y="17413"/>
                </a:lnTo>
                <a:close/>
                <a:moveTo>
                  <a:pt x="98911" y="138976"/>
                </a:moveTo>
                <a:cubicBezTo>
                  <a:pt x="99655" y="135285"/>
                  <a:pt x="101471" y="131891"/>
                  <a:pt x="104120" y="129242"/>
                </a:cubicBezTo>
                <a:lnTo>
                  <a:pt x="139511" y="93851"/>
                </a:lnTo>
                <a:lnTo>
                  <a:pt x="163324" y="117664"/>
                </a:lnTo>
                <a:lnTo>
                  <a:pt x="127933" y="153055"/>
                </a:lnTo>
                <a:cubicBezTo>
                  <a:pt x="125284" y="155704"/>
                  <a:pt x="121890" y="157520"/>
                  <a:pt x="118199" y="158264"/>
                </a:cubicBezTo>
                <a:lnTo>
                  <a:pt x="100459" y="161806"/>
                </a:lnTo>
                <a:cubicBezTo>
                  <a:pt x="100191" y="161865"/>
                  <a:pt x="99893" y="161895"/>
                  <a:pt x="99596" y="161895"/>
                </a:cubicBezTo>
                <a:cubicBezTo>
                  <a:pt x="97215" y="161895"/>
                  <a:pt x="95250" y="159960"/>
                  <a:pt x="95250" y="157549"/>
                </a:cubicBezTo>
                <a:cubicBezTo>
                  <a:pt x="95250" y="157252"/>
                  <a:pt x="95280" y="156984"/>
                  <a:pt x="95339" y="156686"/>
                </a:cubicBezTo>
                <a:lnTo>
                  <a:pt x="98881" y="138946"/>
                </a:lnTo>
                <a:close/>
                <a:moveTo>
                  <a:pt x="178624" y="102364"/>
                </a:moveTo>
                <a:lnTo>
                  <a:pt x="170051" y="110936"/>
                </a:lnTo>
                <a:lnTo>
                  <a:pt x="146239" y="87124"/>
                </a:lnTo>
                <a:lnTo>
                  <a:pt x="154811" y="78551"/>
                </a:lnTo>
                <a:cubicBezTo>
                  <a:pt x="161389" y="71973"/>
                  <a:pt x="172045" y="71973"/>
                  <a:pt x="178624" y="78551"/>
                </a:cubicBezTo>
                <a:cubicBezTo>
                  <a:pt x="185202" y="85130"/>
                  <a:pt x="185202" y="95786"/>
                  <a:pt x="178624" y="102364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18478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Submission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247900"/>
            <a:ext cx="2733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submit document requests through a simple form with type selection and purpose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56546" y="1638300"/>
            <a:ext cx="2981325" cy="1447800"/>
          </a:xfrm>
          <a:custGeom>
            <a:avLst/>
            <a:gdLst/>
            <a:ahLst/>
            <a:cxnLst/>
            <a:rect l="l" t="t" r="r" b="b"/>
            <a:pathLst>
              <a:path w="2981325" h="1447800">
                <a:moveTo>
                  <a:pt x="38100" y="0"/>
                </a:moveTo>
                <a:lnTo>
                  <a:pt x="2867021" y="0"/>
                </a:lnTo>
                <a:cubicBezTo>
                  <a:pt x="2930149" y="0"/>
                  <a:pt x="2981325" y="51176"/>
                  <a:pt x="2981325" y="114304"/>
                </a:cubicBezTo>
                <a:lnTo>
                  <a:pt x="2981325" y="1333496"/>
                </a:lnTo>
                <a:cubicBezTo>
                  <a:pt x="2981325" y="1396624"/>
                  <a:pt x="2930149" y="1447800"/>
                  <a:pt x="286702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556546" y="16383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3727996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61346" y="1905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223296" y="18478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27996" y="2247900"/>
            <a:ext cx="2733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reviews, approves, and processes requests with automated workflow notifications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238500"/>
            <a:ext cx="2981325" cy="1447800"/>
          </a:xfrm>
          <a:custGeom>
            <a:avLst/>
            <a:gdLst/>
            <a:ahLst/>
            <a:cxnLst/>
            <a:rect l="l" t="t" r="r" b="b"/>
            <a:pathLst>
              <a:path w="2981325" h="1447800">
                <a:moveTo>
                  <a:pt x="38100" y="0"/>
                </a:moveTo>
                <a:lnTo>
                  <a:pt x="2867021" y="0"/>
                </a:lnTo>
                <a:cubicBezTo>
                  <a:pt x="2930149" y="0"/>
                  <a:pt x="2981325" y="51176"/>
                  <a:pt x="2981325" y="114304"/>
                </a:cubicBezTo>
                <a:lnTo>
                  <a:pt x="2981325" y="1333496"/>
                </a:lnTo>
                <a:cubicBezTo>
                  <a:pt x="2981325" y="1396624"/>
                  <a:pt x="2930149" y="1447800"/>
                  <a:pt x="286702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238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505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34480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848100"/>
            <a:ext cx="2733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are automatically generated with employee data, reducing manual work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56546" y="3238500"/>
            <a:ext cx="2981325" cy="1447800"/>
          </a:xfrm>
          <a:custGeom>
            <a:avLst/>
            <a:gdLst/>
            <a:ahLst/>
            <a:cxnLst/>
            <a:rect l="l" t="t" r="r" b="b"/>
            <a:pathLst>
              <a:path w="2981325" h="1447800">
                <a:moveTo>
                  <a:pt x="38100" y="0"/>
                </a:moveTo>
                <a:lnTo>
                  <a:pt x="2867021" y="0"/>
                </a:lnTo>
                <a:cubicBezTo>
                  <a:pt x="2930149" y="0"/>
                  <a:pt x="2981325" y="51176"/>
                  <a:pt x="2981325" y="114304"/>
                </a:cubicBezTo>
                <a:lnTo>
                  <a:pt x="2981325" y="1333496"/>
                </a:lnTo>
                <a:cubicBezTo>
                  <a:pt x="2981325" y="1396624"/>
                  <a:pt x="2930149" y="1447800"/>
                  <a:pt x="2867021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6546" y="32385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3727996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23246" y="35052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4223296" y="344805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Signatures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27996" y="3848100"/>
            <a:ext cx="2733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electronic signatures for document authentication and legal validity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843463"/>
            <a:ext cx="6153150" cy="1266825"/>
          </a:xfrm>
          <a:custGeom>
            <a:avLst/>
            <a:gdLst/>
            <a:ahLst/>
            <a:cxnLst/>
            <a:rect l="l" t="t" r="r" b="b"/>
            <a:pathLst>
              <a:path w="6153150" h="1266825">
                <a:moveTo>
                  <a:pt x="114306" y="0"/>
                </a:moveTo>
                <a:lnTo>
                  <a:pt x="6038844" y="0"/>
                </a:lnTo>
                <a:cubicBezTo>
                  <a:pt x="6101974" y="0"/>
                  <a:pt x="6153150" y="51176"/>
                  <a:pt x="6153150" y="114306"/>
                </a:cubicBezTo>
                <a:lnTo>
                  <a:pt x="6153150" y="1152519"/>
                </a:lnTo>
                <a:cubicBezTo>
                  <a:pt x="6153150" y="1215649"/>
                  <a:pt x="6101974" y="1266825"/>
                  <a:pt x="6038844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>
                  <a:alpha val="10000"/>
                </a:srgbClr>
              </a:gs>
              <a:gs pos="100000">
                <a:srgbClr val="DC2626">
                  <a:alpha val="5000"/>
                </a:srgbClr>
              </a:gs>
            </a:gsLst>
            <a:lin ang="0" scaled="1"/>
          </a:gra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6022" y="50482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5000625"/>
            <a:ext cx="570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Document Types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2925" y="5381625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76198" y="0"/>
                </a:moveTo>
                <a:lnTo>
                  <a:pt x="1295402" y="0"/>
                </a:lnTo>
                <a:cubicBezTo>
                  <a:pt x="1337485" y="0"/>
                  <a:pt x="1371600" y="34115"/>
                  <a:pt x="1371600" y="76198"/>
                </a:cubicBezTo>
                <a:lnTo>
                  <a:pt x="1371600" y="495302"/>
                </a:lnTo>
                <a:cubicBezTo>
                  <a:pt x="1371600" y="537385"/>
                  <a:pt x="1337485" y="571500"/>
                  <a:pt x="1295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8180" y="5457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63438"/>
                </a:lnTo>
                <a:cubicBezTo>
                  <a:pt x="142875" y="57113"/>
                  <a:pt x="140382" y="51048"/>
                  <a:pt x="135917" y="46583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  <a:moveTo>
                  <a:pt x="23812" y="142875"/>
                </a:moveTo>
                <a:lnTo>
                  <a:pt x="23812" y="119063"/>
                </a:lnTo>
                <a:cubicBezTo>
                  <a:pt x="23812" y="112477"/>
                  <a:pt x="29133" y="107156"/>
                  <a:pt x="35719" y="107156"/>
                </a:cubicBezTo>
                <a:lnTo>
                  <a:pt x="107156" y="107156"/>
                </a:lnTo>
                <a:cubicBezTo>
                  <a:pt x="113742" y="107156"/>
                  <a:pt x="119063" y="112477"/>
                  <a:pt x="119063" y="119063"/>
                </a:cubicBezTo>
                <a:lnTo>
                  <a:pt x="119063" y="142875"/>
                </a:lnTo>
                <a:cubicBezTo>
                  <a:pt x="119063" y="149461"/>
                  <a:pt x="113742" y="154781"/>
                  <a:pt x="107156" y="154781"/>
                </a:cubicBezTo>
                <a:lnTo>
                  <a:pt x="35719" y="154781"/>
                </a:lnTo>
                <a:cubicBezTo>
                  <a:pt x="29133" y="154781"/>
                  <a:pt x="23812" y="149461"/>
                  <a:pt x="23812" y="142875"/>
                </a:cubicBezTo>
                <a:close/>
                <a:moveTo>
                  <a:pt x="32742" y="23812"/>
                </a:moveTo>
                <a:lnTo>
                  <a:pt x="50602" y="23812"/>
                </a:lnTo>
                <a:cubicBezTo>
                  <a:pt x="55550" y="23812"/>
                  <a:pt x="59531" y="27794"/>
                  <a:pt x="59531" y="32742"/>
                </a:cubicBezTo>
                <a:cubicBezTo>
                  <a:pt x="59531" y="37691"/>
                  <a:pt x="55550" y="41672"/>
                  <a:pt x="50602" y="41672"/>
                </a:cubicBezTo>
                <a:lnTo>
                  <a:pt x="32742" y="41672"/>
                </a:lnTo>
                <a:cubicBezTo>
                  <a:pt x="27794" y="41672"/>
                  <a:pt x="23812" y="37691"/>
                  <a:pt x="23812" y="32742"/>
                </a:cubicBezTo>
                <a:cubicBezTo>
                  <a:pt x="23812" y="27794"/>
                  <a:pt x="27794" y="23812"/>
                  <a:pt x="32742" y="23812"/>
                </a:cubicBezTo>
                <a:close/>
                <a:moveTo>
                  <a:pt x="32742" y="59531"/>
                </a:moveTo>
                <a:lnTo>
                  <a:pt x="50602" y="59531"/>
                </a:lnTo>
                <a:cubicBezTo>
                  <a:pt x="55550" y="59531"/>
                  <a:pt x="59531" y="63512"/>
                  <a:pt x="59531" y="68461"/>
                </a:cubicBezTo>
                <a:cubicBezTo>
                  <a:pt x="59531" y="73409"/>
                  <a:pt x="55550" y="77391"/>
                  <a:pt x="50602" y="77391"/>
                </a:cubicBezTo>
                <a:lnTo>
                  <a:pt x="32742" y="77391"/>
                </a:lnTo>
                <a:cubicBezTo>
                  <a:pt x="27794" y="77391"/>
                  <a:pt x="23812" y="73409"/>
                  <a:pt x="23812" y="68461"/>
                </a:cubicBezTo>
                <a:cubicBezTo>
                  <a:pt x="23812" y="63512"/>
                  <a:pt x="27794" y="59531"/>
                  <a:pt x="32742" y="59531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585788" y="56864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Payslips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030611" y="5381625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76198" y="0"/>
                </a:moveTo>
                <a:lnTo>
                  <a:pt x="1295402" y="0"/>
                </a:lnTo>
                <a:cubicBezTo>
                  <a:pt x="1337485" y="0"/>
                  <a:pt x="1371600" y="34115"/>
                  <a:pt x="1371600" y="76198"/>
                </a:cubicBezTo>
                <a:lnTo>
                  <a:pt x="1371600" y="495302"/>
                </a:lnTo>
                <a:cubicBezTo>
                  <a:pt x="1371600" y="537385"/>
                  <a:pt x="1337485" y="571500"/>
                  <a:pt x="1295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610148" y="5457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2073473" y="56864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518446" y="5381625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76198" y="0"/>
                </a:moveTo>
                <a:lnTo>
                  <a:pt x="1295402" y="0"/>
                </a:lnTo>
                <a:cubicBezTo>
                  <a:pt x="1337485" y="0"/>
                  <a:pt x="1371600" y="34115"/>
                  <a:pt x="1371600" y="76198"/>
                </a:cubicBezTo>
                <a:lnTo>
                  <a:pt x="1371600" y="495302"/>
                </a:lnTo>
                <a:cubicBezTo>
                  <a:pt x="1371600" y="537385"/>
                  <a:pt x="1337485" y="571500"/>
                  <a:pt x="1295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33701" y="5457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3561308" y="56864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06280" y="5381625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76198" y="0"/>
                </a:moveTo>
                <a:lnTo>
                  <a:pt x="1295402" y="0"/>
                </a:lnTo>
                <a:cubicBezTo>
                  <a:pt x="1337485" y="0"/>
                  <a:pt x="1371600" y="34115"/>
                  <a:pt x="1371600" y="76198"/>
                </a:cubicBezTo>
                <a:lnTo>
                  <a:pt x="1371600" y="495302"/>
                </a:lnTo>
                <a:cubicBezTo>
                  <a:pt x="1371600" y="537385"/>
                  <a:pt x="1337485" y="571500"/>
                  <a:pt x="1295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621536" y="54578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119063" y="0"/>
                </a:lnTo>
                <a:cubicBezTo>
                  <a:pt x="132197" y="0"/>
                  <a:pt x="142875" y="10678"/>
                  <a:pt x="142875" y="23812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35719" y="151805"/>
                </a:moveTo>
                <a:cubicBezTo>
                  <a:pt x="35719" y="156753"/>
                  <a:pt x="39700" y="160734"/>
                  <a:pt x="44648" y="160734"/>
                </a:cubicBezTo>
                <a:lnTo>
                  <a:pt x="98227" y="160734"/>
                </a:lnTo>
                <a:cubicBezTo>
                  <a:pt x="103175" y="160734"/>
                  <a:pt x="107156" y="156753"/>
                  <a:pt x="107156" y="151805"/>
                </a:cubicBezTo>
                <a:cubicBezTo>
                  <a:pt x="107156" y="146856"/>
                  <a:pt x="103175" y="142875"/>
                  <a:pt x="98227" y="142875"/>
                </a:cubicBezTo>
                <a:lnTo>
                  <a:pt x="44648" y="142875"/>
                </a:lnTo>
                <a:cubicBezTo>
                  <a:pt x="39700" y="142875"/>
                  <a:pt x="35719" y="146856"/>
                  <a:pt x="35719" y="151805"/>
                </a:cubicBezTo>
                <a:close/>
                <a:moveTo>
                  <a:pt x="103659" y="77391"/>
                </a:moveTo>
                <a:cubicBezTo>
                  <a:pt x="101873" y="87213"/>
                  <a:pt x="95659" y="95510"/>
                  <a:pt x="87213" y="100161"/>
                </a:cubicBezTo>
                <a:cubicBezTo>
                  <a:pt x="89706" y="93836"/>
                  <a:pt x="91380" y="86023"/>
                  <a:pt x="91901" y="77391"/>
                </a:cubicBezTo>
                <a:lnTo>
                  <a:pt x="103659" y="77391"/>
                </a:lnTo>
                <a:close/>
                <a:moveTo>
                  <a:pt x="39253" y="77391"/>
                </a:moveTo>
                <a:lnTo>
                  <a:pt x="51011" y="77391"/>
                </a:lnTo>
                <a:cubicBezTo>
                  <a:pt x="51532" y="85985"/>
                  <a:pt x="53243" y="93836"/>
                  <a:pt x="55699" y="100161"/>
                </a:cubicBezTo>
                <a:cubicBezTo>
                  <a:pt x="47253" y="95510"/>
                  <a:pt x="41039" y="87213"/>
                  <a:pt x="39253" y="77391"/>
                </a:cubicBezTo>
                <a:close/>
                <a:moveTo>
                  <a:pt x="67680" y="97854"/>
                </a:moveTo>
                <a:cubicBezTo>
                  <a:pt x="65373" y="92869"/>
                  <a:pt x="63550" y="85762"/>
                  <a:pt x="62954" y="77391"/>
                </a:cubicBezTo>
                <a:lnTo>
                  <a:pt x="79995" y="77391"/>
                </a:lnTo>
                <a:cubicBezTo>
                  <a:pt x="79400" y="85762"/>
                  <a:pt x="77577" y="92869"/>
                  <a:pt x="75270" y="97854"/>
                </a:cubicBezTo>
                <a:cubicBezTo>
                  <a:pt x="73596" y="101426"/>
                  <a:pt x="72219" y="102989"/>
                  <a:pt x="71475" y="103622"/>
                </a:cubicBezTo>
                <a:cubicBezTo>
                  <a:pt x="70731" y="102989"/>
                  <a:pt x="69354" y="101464"/>
                  <a:pt x="67680" y="97854"/>
                </a:cubicBezTo>
                <a:close/>
                <a:moveTo>
                  <a:pt x="67680" y="45021"/>
                </a:moveTo>
                <a:cubicBezTo>
                  <a:pt x="69354" y="41449"/>
                  <a:pt x="70731" y="39886"/>
                  <a:pt x="71475" y="39253"/>
                </a:cubicBezTo>
                <a:cubicBezTo>
                  <a:pt x="72219" y="39886"/>
                  <a:pt x="73596" y="41411"/>
                  <a:pt x="75270" y="45021"/>
                </a:cubicBezTo>
                <a:cubicBezTo>
                  <a:pt x="77577" y="50006"/>
                  <a:pt x="79400" y="57113"/>
                  <a:pt x="79995" y="65484"/>
                </a:cubicBezTo>
                <a:lnTo>
                  <a:pt x="62954" y="65484"/>
                </a:lnTo>
                <a:cubicBezTo>
                  <a:pt x="63550" y="57113"/>
                  <a:pt x="65373" y="50006"/>
                  <a:pt x="67680" y="45021"/>
                </a:cubicBezTo>
                <a:close/>
                <a:moveTo>
                  <a:pt x="103659" y="65484"/>
                </a:moveTo>
                <a:lnTo>
                  <a:pt x="91901" y="65484"/>
                </a:lnTo>
                <a:cubicBezTo>
                  <a:pt x="91380" y="56890"/>
                  <a:pt x="89669" y="49039"/>
                  <a:pt x="87213" y="42714"/>
                </a:cubicBezTo>
                <a:cubicBezTo>
                  <a:pt x="95659" y="47365"/>
                  <a:pt x="101873" y="55662"/>
                  <a:pt x="103659" y="65484"/>
                </a:cubicBezTo>
                <a:close/>
                <a:moveTo>
                  <a:pt x="50974" y="65484"/>
                </a:moveTo>
                <a:lnTo>
                  <a:pt x="39216" y="65484"/>
                </a:lnTo>
                <a:cubicBezTo>
                  <a:pt x="41002" y="55662"/>
                  <a:pt x="47216" y="47365"/>
                  <a:pt x="55662" y="42714"/>
                </a:cubicBezTo>
                <a:cubicBezTo>
                  <a:pt x="53169" y="49039"/>
                  <a:pt x="51495" y="56852"/>
                  <a:pt x="50974" y="65484"/>
                </a:cubicBezTo>
                <a:close/>
                <a:moveTo>
                  <a:pt x="119063" y="71438"/>
                </a:moveTo>
                <a:cubicBezTo>
                  <a:pt x="119063" y="45153"/>
                  <a:pt x="97722" y="23812"/>
                  <a:pt x="71438" y="23812"/>
                </a:cubicBezTo>
                <a:cubicBezTo>
                  <a:pt x="45153" y="23812"/>
                  <a:pt x="23813" y="45153"/>
                  <a:pt x="23812" y="71437"/>
                </a:cubicBezTo>
                <a:cubicBezTo>
                  <a:pt x="23812" y="97722"/>
                  <a:pt x="45153" y="119063"/>
                  <a:pt x="71437" y="119063"/>
                </a:cubicBezTo>
                <a:cubicBezTo>
                  <a:pt x="97722" y="119063"/>
                  <a:pt x="119063" y="97722"/>
                  <a:pt x="119063" y="71438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5049143" y="56864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Letters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70340" y="1638300"/>
            <a:ext cx="5038725" cy="3467100"/>
          </a:xfrm>
          <a:custGeom>
            <a:avLst/>
            <a:gdLst/>
            <a:ahLst/>
            <a:cxnLst/>
            <a:rect l="l" t="t" r="r" b="b"/>
            <a:pathLst>
              <a:path w="5038725" h="3467100">
                <a:moveTo>
                  <a:pt x="152414" y="0"/>
                </a:moveTo>
                <a:lnTo>
                  <a:pt x="4886311" y="0"/>
                </a:lnTo>
                <a:cubicBezTo>
                  <a:pt x="4970487" y="0"/>
                  <a:pt x="5038725" y="68238"/>
                  <a:pt x="5038725" y="152414"/>
                </a:cubicBezTo>
                <a:lnTo>
                  <a:pt x="5038725" y="3314686"/>
                </a:lnTo>
                <a:cubicBezTo>
                  <a:pt x="5038725" y="3398862"/>
                  <a:pt x="4970487" y="3467100"/>
                  <a:pt x="4886311" y="3467100"/>
                </a:cubicBezTo>
                <a:lnTo>
                  <a:pt x="152414" y="3467100"/>
                </a:lnTo>
                <a:cubicBezTo>
                  <a:pt x="68238" y="3467100"/>
                  <a:pt x="0" y="3398862"/>
                  <a:pt x="0" y="33146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/>
              </a:gs>
              <a:gs pos="100000">
                <a:srgbClr val="B91C1C"/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984653" y="1866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198965" y="18288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Workflow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60840" y="224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78712" y="2371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9705" y="-6850"/>
                </a:moveTo>
                <a:cubicBezTo>
                  <a:pt x="142257" y="-7761"/>
                  <a:pt x="145070" y="-7110"/>
                  <a:pt x="146998" y="-5209"/>
                </a:cubicBezTo>
                <a:cubicBezTo>
                  <a:pt x="148925" y="-3308"/>
                  <a:pt x="149550" y="-469"/>
                  <a:pt x="148638" y="2084"/>
                </a:cubicBezTo>
                <a:lnTo>
                  <a:pt x="102278" y="131501"/>
                </a:lnTo>
                <a:cubicBezTo>
                  <a:pt x="100976" y="135121"/>
                  <a:pt x="97564" y="137517"/>
                  <a:pt x="93736" y="137517"/>
                </a:cubicBezTo>
                <a:cubicBezTo>
                  <a:pt x="90037" y="137517"/>
                  <a:pt x="86704" y="135277"/>
                  <a:pt x="85323" y="131865"/>
                </a:cubicBezTo>
                <a:lnTo>
                  <a:pt x="68602" y="90714"/>
                </a:lnTo>
                <a:cubicBezTo>
                  <a:pt x="67430" y="87850"/>
                  <a:pt x="67951" y="84568"/>
                  <a:pt x="69957" y="82224"/>
                </a:cubicBezTo>
                <a:lnTo>
                  <a:pt x="94569" y="52949"/>
                </a:lnTo>
                <a:cubicBezTo>
                  <a:pt x="95897" y="51361"/>
                  <a:pt x="95793" y="49043"/>
                  <a:pt x="94335" y="47584"/>
                </a:cubicBezTo>
                <a:cubicBezTo>
                  <a:pt x="92876" y="46126"/>
                  <a:pt x="90532" y="46021"/>
                  <a:pt x="88969" y="47350"/>
                </a:cubicBezTo>
                <a:lnTo>
                  <a:pt x="59695" y="71910"/>
                </a:lnTo>
                <a:cubicBezTo>
                  <a:pt x="57325" y="73889"/>
                  <a:pt x="54069" y="74410"/>
                  <a:pt x="51204" y="73264"/>
                </a:cubicBezTo>
                <a:lnTo>
                  <a:pt x="9923" y="56465"/>
                </a:lnTo>
                <a:cubicBezTo>
                  <a:pt x="6511" y="55085"/>
                  <a:pt x="4271" y="51751"/>
                  <a:pt x="4271" y="48053"/>
                </a:cubicBezTo>
                <a:cubicBezTo>
                  <a:pt x="4271" y="44224"/>
                  <a:pt x="6668" y="40812"/>
                  <a:pt x="10288" y="39510"/>
                </a:cubicBezTo>
                <a:lnTo>
                  <a:pt x="139705" y="-68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456140" y="2326480"/>
            <a:ext cx="2703092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Submits Request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56139" y="2505074"/>
            <a:ext cx="2688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Selects document type &amp; purpose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51340" y="2743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6084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78712" y="3133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7456139" y="3088480"/>
            <a:ext cx="2658779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Reviews Request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456140" y="3267074"/>
            <a:ext cx="26440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Validates information &amp; approves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51340" y="3505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960840" y="377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87046" y="3895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7456139" y="3850480"/>
            <a:ext cx="2717863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Generates Document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456140" y="4029074"/>
            <a:ext cx="27030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Auto-fills employee data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51340" y="4267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96084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087046" y="4657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7456140" y="4612480"/>
            <a:ext cx="2378130" cy="13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Delivered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56139" y="4791074"/>
            <a:ext cx="23633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copy sent to employee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770340" y="5257800"/>
            <a:ext cx="5038725" cy="1485900"/>
          </a:xfrm>
          <a:custGeom>
            <a:avLst/>
            <a:gdLst/>
            <a:ahLst/>
            <a:cxnLst/>
            <a:rect l="l" t="t" r="r" b="b"/>
            <a:pathLst>
              <a:path w="5038725" h="1485900">
                <a:moveTo>
                  <a:pt x="114295" y="0"/>
                </a:moveTo>
                <a:lnTo>
                  <a:pt x="4924430" y="0"/>
                </a:lnTo>
                <a:cubicBezTo>
                  <a:pt x="4987511" y="0"/>
                  <a:pt x="5038725" y="51214"/>
                  <a:pt x="5038725" y="114295"/>
                </a:cubicBezTo>
                <a:lnTo>
                  <a:pt x="5038725" y="1371605"/>
                </a:lnTo>
                <a:cubicBezTo>
                  <a:pt x="5038725" y="1434686"/>
                  <a:pt x="4987511" y="1485900"/>
                  <a:pt x="4924430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9" name="Text 67"/>
          <p:cNvSpPr/>
          <p:nvPr/>
        </p:nvSpPr>
        <p:spPr>
          <a:xfrm>
            <a:off x="6922740" y="5410200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950125" y="5734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7165628" y="5715000"/>
            <a:ext cx="30083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Paperless document management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950125" y="5962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3" name="Text 71"/>
          <p:cNvSpPr/>
          <p:nvPr/>
        </p:nvSpPr>
        <p:spPr>
          <a:xfrm>
            <a:off x="7165628" y="5943600"/>
            <a:ext cx="21143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processing times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950125" y="6191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5" name="Text 73"/>
          <p:cNvSpPr/>
          <p:nvPr/>
        </p:nvSpPr>
        <p:spPr>
          <a:xfrm>
            <a:off x="7165628" y="6172200"/>
            <a:ext cx="20292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HR workload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950125" y="6419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7" name="Text 75"/>
          <p:cNvSpPr/>
          <p:nvPr/>
        </p:nvSpPr>
        <p:spPr>
          <a:xfrm>
            <a:off x="7165628" y="6400800"/>
            <a:ext cx="1787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audit trail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7296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Payroll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383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38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4850" y="1905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179070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Calculation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" y="2095500"/>
            <a:ext cx="624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salary processing based on attendance, overtime, bonuses, and deductions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050" y="26289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628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850" y="2895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6675" y="9525"/>
                </a:move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47625"/>
                </a:lnTo>
                <a:lnTo>
                  <a:pt x="9525" y="47625"/>
                </a:lnTo>
                <a:cubicBezTo>
                  <a:pt x="4256" y="47625"/>
                  <a:pt x="0" y="51881"/>
                  <a:pt x="0" y="57150"/>
                </a:cubicBezTo>
                <a:cubicBezTo>
                  <a:pt x="0" y="62419"/>
                  <a:pt x="4256" y="66675"/>
                  <a:pt x="9525" y="66675"/>
                </a:cubicBezTo>
                <a:lnTo>
                  <a:pt x="47625" y="66675"/>
                </a:lnTo>
                <a:lnTo>
                  <a:pt x="47625" y="104775"/>
                </a:lnTo>
                <a:cubicBezTo>
                  <a:pt x="47625" y="110044"/>
                  <a:pt x="51881" y="114300"/>
                  <a:pt x="57150" y="114300"/>
                </a:cubicBezTo>
                <a:cubicBezTo>
                  <a:pt x="62419" y="114300"/>
                  <a:pt x="66675" y="110044"/>
                  <a:pt x="66675" y="104775"/>
                </a:cubicBezTo>
                <a:lnTo>
                  <a:pt x="66675" y="66675"/>
                </a:lnTo>
                <a:lnTo>
                  <a:pt x="104775" y="66675"/>
                </a:lnTo>
                <a:cubicBezTo>
                  <a:pt x="110044" y="66675"/>
                  <a:pt x="114300" y="62419"/>
                  <a:pt x="114300" y="57150"/>
                </a:cubicBezTo>
                <a:cubicBezTo>
                  <a:pt x="114300" y="51881"/>
                  <a:pt x="110044" y="47625"/>
                  <a:pt x="104775" y="47625"/>
                </a:cubicBezTo>
                <a:lnTo>
                  <a:pt x="66675" y="47625"/>
                </a:lnTo>
                <a:lnTo>
                  <a:pt x="66675" y="9525"/>
                </a:lnTo>
                <a:close/>
                <a:moveTo>
                  <a:pt x="0" y="142875"/>
                </a:moveTo>
                <a:cubicBezTo>
                  <a:pt x="0" y="148144"/>
                  <a:pt x="4256" y="152400"/>
                  <a:pt x="9525" y="152400"/>
                </a:cubicBezTo>
                <a:lnTo>
                  <a:pt x="104775" y="152400"/>
                </a:lnTo>
                <a:cubicBezTo>
                  <a:pt x="110044" y="152400"/>
                  <a:pt x="114300" y="148144"/>
                  <a:pt x="114300" y="142875"/>
                </a:cubicBezTo>
                <a:cubicBezTo>
                  <a:pt x="114300" y="137606"/>
                  <a:pt x="110044" y="133350"/>
                  <a:pt x="104775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27813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Deductions &amp; Bonuses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" y="3086100"/>
            <a:ext cx="60431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allowances, benefits, taxes, insurance, and performance-based bonuses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0050" y="36195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6195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77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850" y="38862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19050" y="26194"/>
                </a:moveTo>
                <a:cubicBezTo>
                  <a:pt x="19050" y="30153"/>
                  <a:pt x="22235" y="33338"/>
                  <a:pt x="26194" y="33338"/>
                </a:cubicBezTo>
                <a:lnTo>
                  <a:pt x="40481" y="33338"/>
                </a:lnTo>
                <a:cubicBezTo>
                  <a:pt x="44440" y="33338"/>
                  <a:pt x="47625" y="30153"/>
                  <a:pt x="47625" y="26194"/>
                </a:cubicBezTo>
                <a:cubicBezTo>
                  <a:pt x="47625" y="22235"/>
                  <a:pt x="44440" y="19050"/>
                  <a:pt x="40481" y="19050"/>
                </a:cubicBezTo>
                <a:lnTo>
                  <a:pt x="26194" y="19050"/>
                </a:lnTo>
                <a:cubicBezTo>
                  <a:pt x="22235" y="19050"/>
                  <a:pt x="19050" y="22235"/>
                  <a:pt x="19050" y="26194"/>
                </a:cubicBezTo>
                <a:close/>
                <a:moveTo>
                  <a:pt x="19050" y="54769"/>
                </a:moveTo>
                <a:cubicBezTo>
                  <a:pt x="19050" y="58728"/>
                  <a:pt x="22235" y="61912"/>
                  <a:pt x="26194" y="61912"/>
                </a:cubicBezTo>
                <a:lnTo>
                  <a:pt x="40481" y="61912"/>
                </a:lnTo>
                <a:cubicBezTo>
                  <a:pt x="44440" y="61912"/>
                  <a:pt x="47625" y="58728"/>
                  <a:pt x="47625" y="54769"/>
                </a:cubicBezTo>
                <a:cubicBezTo>
                  <a:pt x="47625" y="50810"/>
                  <a:pt x="44440" y="47625"/>
                  <a:pt x="40481" y="47625"/>
                </a:cubicBezTo>
                <a:lnTo>
                  <a:pt x="26194" y="47625"/>
                </a:lnTo>
                <a:cubicBezTo>
                  <a:pt x="22235" y="47625"/>
                  <a:pt x="19050" y="50810"/>
                  <a:pt x="19050" y="54769"/>
                </a:cubicBezTo>
                <a:close/>
                <a:moveTo>
                  <a:pt x="52388" y="77391"/>
                </a:moveTo>
                <a:lnTo>
                  <a:pt x="52388" y="78581"/>
                </a:lnTo>
                <a:cubicBezTo>
                  <a:pt x="43815" y="78671"/>
                  <a:pt x="36909" y="85636"/>
                  <a:pt x="36909" y="94208"/>
                </a:cubicBezTo>
                <a:cubicBezTo>
                  <a:pt x="36909" y="101858"/>
                  <a:pt x="42416" y="108377"/>
                  <a:pt x="49976" y="109627"/>
                </a:cubicBezTo>
                <a:lnTo>
                  <a:pt x="62389" y="111710"/>
                </a:lnTo>
                <a:cubicBezTo>
                  <a:pt x="64175" y="112008"/>
                  <a:pt x="65484" y="113556"/>
                  <a:pt x="65484" y="115372"/>
                </a:cubicBezTo>
                <a:cubicBezTo>
                  <a:pt x="65484" y="117425"/>
                  <a:pt x="63818" y="119092"/>
                  <a:pt x="61764" y="119092"/>
                </a:cubicBezTo>
                <a:lnTo>
                  <a:pt x="45244" y="119062"/>
                </a:lnTo>
                <a:cubicBezTo>
                  <a:pt x="41970" y="119062"/>
                  <a:pt x="39291" y="121741"/>
                  <a:pt x="39291" y="125016"/>
                </a:cubicBezTo>
                <a:cubicBezTo>
                  <a:pt x="39291" y="128290"/>
                  <a:pt x="41970" y="130969"/>
                  <a:pt x="45244" y="130969"/>
                </a:cubicBezTo>
                <a:lnTo>
                  <a:pt x="52388" y="130969"/>
                </a:lnTo>
                <a:lnTo>
                  <a:pt x="52388" y="132159"/>
                </a:lnTo>
                <a:cubicBezTo>
                  <a:pt x="52388" y="135434"/>
                  <a:pt x="55066" y="138113"/>
                  <a:pt x="58341" y="138113"/>
                </a:cubicBezTo>
                <a:cubicBezTo>
                  <a:pt x="61615" y="138113"/>
                  <a:pt x="64294" y="135434"/>
                  <a:pt x="64294" y="132159"/>
                </a:cubicBezTo>
                <a:lnTo>
                  <a:pt x="64294" y="130760"/>
                </a:lnTo>
                <a:cubicBezTo>
                  <a:pt x="71735" y="129540"/>
                  <a:pt x="77391" y="123111"/>
                  <a:pt x="77391" y="115342"/>
                </a:cubicBezTo>
                <a:cubicBezTo>
                  <a:pt x="77391" y="107692"/>
                  <a:pt x="71884" y="101173"/>
                  <a:pt x="64324" y="99923"/>
                </a:cubicBezTo>
                <a:lnTo>
                  <a:pt x="51911" y="97840"/>
                </a:lnTo>
                <a:cubicBezTo>
                  <a:pt x="50125" y="97542"/>
                  <a:pt x="48816" y="95994"/>
                  <a:pt x="48816" y="94178"/>
                </a:cubicBezTo>
                <a:cubicBezTo>
                  <a:pt x="48816" y="92125"/>
                  <a:pt x="50482" y="90458"/>
                  <a:pt x="52536" y="90458"/>
                </a:cubicBezTo>
                <a:lnTo>
                  <a:pt x="66675" y="90458"/>
                </a:lnTo>
                <a:cubicBezTo>
                  <a:pt x="69949" y="90458"/>
                  <a:pt x="72628" y="87779"/>
                  <a:pt x="72628" y="84505"/>
                </a:cubicBezTo>
                <a:cubicBezTo>
                  <a:pt x="72628" y="81230"/>
                  <a:pt x="69949" y="78551"/>
                  <a:pt x="66675" y="78551"/>
                </a:cubicBezTo>
                <a:lnTo>
                  <a:pt x="64294" y="78551"/>
                </a:lnTo>
                <a:lnTo>
                  <a:pt x="64294" y="77361"/>
                </a:lnTo>
                <a:cubicBezTo>
                  <a:pt x="64294" y="74087"/>
                  <a:pt x="61615" y="71408"/>
                  <a:pt x="58341" y="71408"/>
                </a:cubicBezTo>
                <a:cubicBezTo>
                  <a:pt x="55066" y="71408"/>
                  <a:pt x="52387" y="74087"/>
                  <a:pt x="52387" y="7736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37719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Payslip Generation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" y="4076700"/>
            <a:ext cx="5612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generation of detailed payslips with breakdown of all components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0050" y="46101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4610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476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76275" y="4876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476250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Payroll Reporting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" y="5067300"/>
            <a:ext cx="5612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reports for accounting, compliance, and management review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10500" y="381000"/>
            <a:ext cx="4000500" cy="2362200"/>
          </a:xfrm>
          <a:custGeom>
            <a:avLst/>
            <a:gdLst/>
            <a:ahLst/>
            <a:cxnLst/>
            <a:rect l="l" t="t" r="r" b="b"/>
            <a:pathLst>
              <a:path w="4000500" h="2362200">
                <a:moveTo>
                  <a:pt x="152409" y="0"/>
                </a:moveTo>
                <a:lnTo>
                  <a:pt x="3848091" y="0"/>
                </a:lnTo>
                <a:cubicBezTo>
                  <a:pt x="3932208" y="0"/>
                  <a:pt x="4000500" y="68292"/>
                  <a:pt x="4000500" y="152409"/>
                </a:cubicBezTo>
                <a:lnTo>
                  <a:pt x="4000500" y="2209791"/>
                </a:lnTo>
                <a:cubicBezTo>
                  <a:pt x="4000500" y="2293964"/>
                  <a:pt x="3932264" y="2362200"/>
                  <a:pt x="3848091" y="2362200"/>
                </a:cubicBezTo>
                <a:lnTo>
                  <a:pt x="152409" y="2362200"/>
                </a:lnTo>
                <a:cubicBezTo>
                  <a:pt x="68292" y="2362200"/>
                  <a:pt x="0" y="2293908"/>
                  <a:pt x="0" y="22097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gradFill flip="none" rotWithShape="1">
            <a:gsLst>
              <a:gs pos="0">
                <a:srgbClr val="D97706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8024812" y="609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6121"/>
                </a:moveTo>
                <a:lnTo>
                  <a:pt x="0" y="40742"/>
                </a:lnTo>
                <a:cubicBezTo>
                  <a:pt x="0" y="32110"/>
                  <a:pt x="8967" y="26380"/>
                  <a:pt x="17227" y="28835"/>
                </a:cubicBezTo>
                <a:cubicBezTo>
                  <a:pt x="49857" y="38584"/>
                  <a:pt x="72926" y="30882"/>
                  <a:pt x="96143" y="23143"/>
                </a:cubicBezTo>
                <a:cubicBezTo>
                  <a:pt x="120142" y="15143"/>
                  <a:pt x="144289" y="7107"/>
                  <a:pt x="179226" y="18269"/>
                </a:cubicBezTo>
                <a:cubicBezTo>
                  <a:pt x="186110" y="20464"/>
                  <a:pt x="190500" y="27124"/>
                  <a:pt x="190500" y="34379"/>
                </a:cubicBezTo>
                <a:lnTo>
                  <a:pt x="190500" y="149758"/>
                </a:lnTo>
                <a:cubicBezTo>
                  <a:pt x="190500" y="158390"/>
                  <a:pt x="181533" y="164120"/>
                  <a:pt x="173310" y="161665"/>
                </a:cubicBezTo>
                <a:cubicBezTo>
                  <a:pt x="140680" y="151916"/>
                  <a:pt x="117574" y="159618"/>
                  <a:pt x="94394" y="167357"/>
                </a:cubicBezTo>
                <a:cubicBezTo>
                  <a:pt x="70396" y="175357"/>
                  <a:pt x="46248" y="183393"/>
                  <a:pt x="11311" y="172231"/>
                </a:cubicBezTo>
                <a:cubicBezTo>
                  <a:pt x="4428" y="170036"/>
                  <a:pt x="37" y="163376"/>
                  <a:pt x="37" y="156121"/>
                </a:cubicBezTo>
                <a:close/>
                <a:moveTo>
                  <a:pt x="125016" y="95250"/>
                </a:moveTo>
                <a:cubicBezTo>
                  <a:pt x="125016" y="75530"/>
                  <a:pt x="111696" y="59531"/>
                  <a:pt x="95250" y="59531"/>
                </a:cubicBezTo>
                <a:cubicBezTo>
                  <a:pt x="78804" y="59531"/>
                  <a:pt x="65484" y="75530"/>
                  <a:pt x="65484" y="95250"/>
                </a:cubicBezTo>
                <a:cubicBezTo>
                  <a:pt x="65484" y="114970"/>
                  <a:pt x="78804" y="130969"/>
                  <a:pt x="95250" y="130969"/>
                </a:cubicBezTo>
                <a:cubicBezTo>
                  <a:pt x="111696" y="130969"/>
                  <a:pt x="125016" y="114970"/>
                  <a:pt x="125016" y="95250"/>
                </a:cubicBezTo>
                <a:close/>
                <a:moveTo>
                  <a:pt x="44648" y="153888"/>
                </a:moveTo>
                <a:cubicBezTo>
                  <a:pt x="46286" y="153888"/>
                  <a:pt x="47588" y="152474"/>
                  <a:pt x="47327" y="150875"/>
                </a:cubicBezTo>
                <a:cubicBezTo>
                  <a:pt x="45616" y="140531"/>
                  <a:pt x="37281" y="132457"/>
                  <a:pt x="26789" y="131155"/>
                </a:cubicBezTo>
                <a:cubicBezTo>
                  <a:pt x="25152" y="130969"/>
                  <a:pt x="23812" y="132308"/>
                  <a:pt x="23812" y="133945"/>
                </a:cubicBezTo>
                <a:lnTo>
                  <a:pt x="23812" y="148791"/>
                </a:lnTo>
                <a:cubicBezTo>
                  <a:pt x="23812" y="150130"/>
                  <a:pt x="24705" y="151321"/>
                  <a:pt x="26045" y="151656"/>
                </a:cubicBezTo>
                <a:cubicBezTo>
                  <a:pt x="32705" y="153219"/>
                  <a:pt x="38807" y="153925"/>
                  <a:pt x="44648" y="153925"/>
                </a:cubicBezTo>
                <a:close/>
                <a:moveTo>
                  <a:pt x="163153" y="134875"/>
                </a:moveTo>
                <a:cubicBezTo>
                  <a:pt x="165013" y="135173"/>
                  <a:pt x="166688" y="133759"/>
                  <a:pt x="166688" y="131899"/>
                </a:cubicBezTo>
                <a:lnTo>
                  <a:pt x="166688" y="116049"/>
                </a:lnTo>
                <a:cubicBezTo>
                  <a:pt x="166688" y="114412"/>
                  <a:pt x="165348" y="113035"/>
                  <a:pt x="163711" y="113258"/>
                </a:cubicBezTo>
                <a:cubicBezTo>
                  <a:pt x="154335" y="114412"/>
                  <a:pt x="146633" y="121034"/>
                  <a:pt x="143917" y="129853"/>
                </a:cubicBezTo>
                <a:cubicBezTo>
                  <a:pt x="143396" y="131601"/>
                  <a:pt x="144773" y="133238"/>
                  <a:pt x="146596" y="133276"/>
                </a:cubicBezTo>
                <a:cubicBezTo>
                  <a:pt x="151879" y="133424"/>
                  <a:pt x="157386" y="133908"/>
                  <a:pt x="163116" y="134875"/>
                </a:cubicBezTo>
                <a:close/>
                <a:moveTo>
                  <a:pt x="166688" y="56555"/>
                </a:moveTo>
                <a:lnTo>
                  <a:pt x="166688" y="41709"/>
                </a:lnTo>
                <a:cubicBezTo>
                  <a:pt x="166688" y="40370"/>
                  <a:pt x="165757" y="39179"/>
                  <a:pt x="164455" y="38844"/>
                </a:cubicBezTo>
                <a:cubicBezTo>
                  <a:pt x="157795" y="37281"/>
                  <a:pt x="151693" y="36575"/>
                  <a:pt x="145852" y="36575"/>
                </a:cubicBezTo>
                <a:cubicBezTo>
                  <a:pt x="144214" y="36575"/>
                  <a:pt x="142912" y="37988"/>
                  <a:pt x="143173" y="39588"/>
                </a:cubicBezTo>
                <a:cubicBezTo>
                  <a:pt x="144884" y="49932"/>
                  <a:pt x="153219" y="58006"/>
                  <a:pt x="163711" y="59308"/>
                </a:cubicBezTo>
                <a:cubicBezTo>
                  <a:pt x="165348" y="59494"/>
                  <a:pt x="166688" y="58155"/>
                  <a:pt x="166688" y="56517"/>
                </a:cubicBezTo>
                <a:close/>
                <a:moveTo>
                  <a:pt x="46583" y="60610"/>
                </a:moveTo>
                <a:cubicBezTo>
                  <a:pt x="47104" y="58862"/>
                  <a:pt x="45727" y="57224"/>
                  <a:pt x="43904" y="57187"/>
                </a:cubicBezTo>
                <a:cubicBezTo>
                  <a:pt x="38621" y="57038"/>
                  <a:pt x="33114" y="56555"/>
                  <a:pt x="27384" y="55587"/>
                </a:cubicBezTo>
                <a:cubicBezTo>
                  <a:pt x="25524" y="55290"/>
                  <a:pt x="23850" y="56704"/>
                  <a:pt x="23850" y="58564"/>
                </a:cubicBezTo>
                <a:lnTo>
                  <a:pt x="23812" y="74414"/>
                </a:lnTo>
                <a:cubicBezTo>
                  <a:pt x="23812" y="76051"/>
                  <a:pt x="25152" y="77428"/>
                  <a:pt x="26789" y="77205"/>
                </a:cubicBezTo>
                <a:cubicBezTo>
                  <a:pt x="36165" y="76051"/>
                  <a:pt x="43867" y="69428"/>
                  <a:pt x="46583" y="606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39125" y="57150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Payroll Components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01000" y="990600"/>
            <a:ext cx="3619500" cy="723900"/>
          </a:xfrm>
          <a:custGeom>
            <a:avLst/>
            <a:gdLst/>
            <a:ahLst/>
            <a:cxnLst/>
            <a:rect l="l" t="t" r="r" b="b"/>
            <a:pathLst>
              <a:path w="3619500" h="723900">
                <a:moveTo>
                  <a:pt x="76198" y="0"/>
                </a:moveTo>
                <a:lnTo>
                  <a:pt x="3543302" y="0"/>
                </a:lnTo>
                <a:cubicBezTo>
                  <a:pt x="3585357" y="0"/>
                  <a:pt x="3619500" y="34143"/>
                  <a:pt x="3619500" y="76198"/>
                </a:cubicBezTo>
                <a:lnTo>
                  <a:pt x="3619500" y="647702"/>
                </a:lnTo>
                <a:cubicBezTo>
                  <a:pt x="3619500" y="689757"/>
                  <a:pt x="3585357" y="723900"/>
                  <a:pt x="35433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115300" y="11049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Earnings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15300" y="1371600"/>
            <a:ext cx="714375" cy="228600"/>
          </a:xfrm>
          <a:custGeom>
            <a:avLst/>
            <a:gdLst/>
            <a:ahLst/>
            <a:cxnLst/>
            <a:rect l="l" t="t" r="r" b="b"/>
            <a:pathLst>
              <a:path w="714375" h="228600">
                <a:moveTo>
                  <a:pt x="38101" y="0"/>
                </a:moveTo>
                <a:lnTo>
                  <a:pt x="676274" y="0"/>
                </a:lnTo>
                <a:cubicBezTo>
                  <a:pt x="697317" y="0"/>
                  <a:pt x="714375" y="17058"/>
                  <a:pt x="714375" y="38101"/>
                </a:cubicBezTo>
                <a:lnTo>
                  <a:pt x="714375" y="190499"/>
                </a:lnTo>
                <a:cubicBezTo>
                  <a:pt x="714375" y="211542"/>
                  <a:pt x="697317" y="228600"/>
                  <a:pt x="676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115300" y="1371600"/>
            <a:ext cx="771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Salary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06470" y="1371600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190499"/>
                </a:lnTo>
                <a:cubicBezTo>
                  <a:pt x="619125" y="211542"/>
                  <a:pt x="602067" y="228600"/>
                  <a:pt x="581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906470" y="1371600"/>
            <a:ext cx="676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Overtime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99861" y="13716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599861" y="13716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Bonuses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240863" y="1371600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240863" y="1371600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Allowances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01000" y="1828800"/>
            <a:ext cx="3619500" cy="723900"/>
          </a:xfrm>
          <a:custGeom>
            <a:avLst/>
            <a:gdLst/>
            <a:ahLst/>
            <a:cxnLst/>
            <a:rect l="l" t="t" r="r" b="b"/>
            <a:pathLst>
              <a:path w="3619500" h="723900">
                <a:moveTo>
                  <a:pt x="76198" y="0"/>
                </a:moveTo>
                <a:lnTo>
                  <a:pt x="3543302" y="0"/>
                </a:lnTo>
                <a:cubicBezTo>
                  <a:pt x="3585357" y="0"/>
                  <a:pt x="3619500" y="34143"/>
                  <a:pt x="3619500" y="76198"/>
                </a:cubicBezTo>
                <a:lnTo>
                  <a:pt x="3619500" y="647702"/>
                </a:lnTo>
                <a:cubicBezTo>
                  <a:pt x="3619500" y="689757"/>
                  <a:pt x="3585357" y="723900"/>
                  <a:pt x="35433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115300" y="19431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Deductions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15300" y="2209800"/>
            <a:ext cx="333375" cy="228600"/>
          </a:xfrm>
          <a:custGeom>
            <a:avLst/>
            <a:gdLst/>
            <a:ahLst/>
            <a:cxnLst/>
            <a:rect l="l" t="t" r="r" b="b"/>
            <a:pathLst>
              <a:path w="333375" h="228600">
                <a:moveTo>
                  <a:pt x="38101" y="0"/>
                </a:moveTo>
                <a:lnTo>
                  <a:pt x="295274" y="0"/>
                </a:lnTo>
                <a:cubicBezTo>
                  <a:pt x="316317" y="0"/>
                  <a:pt x="333375" y="17058"/>
                  <a:pt x="333375" y="38101"/>
                </a:cubicBezTo>
                <a:lnTo>
                  <a:pt x="333375" y="190499"/>
                </a:lnTo>
                <a:cubicBezTo>
                  <a:pt x="333375" y="211542"/>
                  <a:pt x="316317" y="228600"/>
                  <a:pt x="2952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115300" y="2209800"/>
            <a:ext cx="390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20857" y="2209800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520857" y="2209800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31809" y="2209800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31809" y="2209800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750623" y="2209800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750623" y="2209800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810500" y="2895600"/>
            <a:ext cx="4000500" cy="2362200"/>
          </a:xfrm>
          <a:custGeom>
            <a:avLst/>
            <a:gdLst/>
            <a:ahLst/>
            <a:cxnLst/>
            <a:rect l="l" t="t" r="r" b="b"/>
            <a:pathLst>
              <a:path w="4000500" h="2362200">
                <a:moveTo>
                  <a:pt x="114307" y="0"/>
                </a:moveTo>
                <a:lnTo>
                  <a:pt x="3886193" y="0"/>
                </a:lnTo>
                <a:cubicBezTo>
                  <a:pt x="3949281" y="0"/>
                  <a:pt x="4000500" y="51219"/>
                  <a:pt x="4000500" y="114307"/>
                </a:cubicBezTo>
                <a:lnTo>
                  <a:pt x="4000500" y="2247893"/>
                </a:lnTo>
                <a:cubicBezTo>
                  <a:pt x="4000500" y="2310981"/>
                  <a:pt x="3949281" y="2362200"/>
                  <a:pt x="3886193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5" name="Shape 53"/>
          <p:cNvSpPr/>
          <p:nvPr/>
        </p:nvSpPr>
        <p:spPr>
          <a:xfrm>
            <a:off x="8024812" y="3133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8220075" y="30861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01000" y="3467100"/>
            <a:ext cx="3619500" cy="342900"/>
          </a:xfrm>
          <a:custGeom>
            <a:avLst/>
            <a:gdLst/>
            <a:ahLst/>
            <a:cxnLst/>
            <a:rect l="l" t="t" r="r" b="b"/>
            <a:pathLst>
              <a:path w="3619500" h="342900">
                <a:moveTo>
                  <a:pt x="76199" y="0"/>
                </a:moveTo>
                <a:lnTo>
                  <a:pt x="3543301" y="0"/>
                </a:lnTo>
                <a:cubicBezTo>
                  <a:pt x="3585384" y="0"/>
                  <a:pt x="3619500" y="34116"/>
                  <a:pt x="3619500" y="76199"/>
                </a:cubicBezTo>
                <a:lnTo>
                  <a:pt x="3619500" y="266701"/>
                </a:lnTo>
                <a:cubicBezTo>
                  <a:pt x="3619500" y="308784"/>
                  <a:pt x="3585384" y="342900"/>
                  <a:pt x="3543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8115300" y="35623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8343900" y="35433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 salary data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01000" y="3886200"/>
            <a:ext cx="3619500" cy="342900"/>
          </a:xfrm>
          <a:custGeom>
            <a:avLst/>
            <a:gdLst/>
            <a:ahLst/>
            <a:cxnLst/>
            <a:rect l="l" t="t" r="r" b="b"/>
            <a:pathLst>
              <a:path w="3619500" h="342900">
                <a:moveTo>
                  <a:pt x="76199" y="0"/>
                </a:moveTo>
                <a:lnTo>
                  <a:pt x="3543301" y="0"/>
                </a:lnTo>
                <a:cubicBezTo>
                  <a:pt x="3585384" y="0"/>
                  <a:pt x="3619500" y="34116"/>
                  <a:pt x="3619500" y="76199"/>
                </a:cubicBezTo>
                <a:lnTo>
                  <a:pt x="3619500" y="266701"/>
                </a:lnTo>
                <a:cubicBezTo>
                  <a:pt x="3619500" y="308784"/>
                  <a:pt x="3585384" y="342900"/>
                  <a:pt x="3543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086725" y="39814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8343900" y="39624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01000" y="4305300"/>
            <a:ext cx="3619500" cy="342900"/>
          </a:xfrm>
          <a:custGeom>
            <a:avLst/>
            <a:gdLst/>
            <a:ahLst/>
            <a:cxnLst/>
            <a:rect l="l" t="t" r="r" b="b"/>
            <a:pathLst>
              <a:path w="3619500" h="342900">
                <a:moveTo>
                  <a:pt x="76199" y="0"/>
                </a:moveTo>
                <a:lnTo>
                  <a:pt x="3543301" y="0"/>
                </a:lnTo>
                <a:cubicBezTo>
                  <a:pt x="3585384" y="0"/>
                  <a:pt x="3619500" y="34116"/>
                  <a:pt x="3619500" y="76199"/>
                </a:cubicBezTo>
                <a:lnTo>
                  <a:pt x="3619500" y="266701"/>
                </a:lnTo>
                <a:cubicBezTo>
                  <a:pt x="3619500" y="308784"/>
                  <a:pt x="3585384" y="342900"/>
                  <a:pt x="3543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115300" y="4400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26194" y="19050"/>
                </a:moveTo>
                <a:cubicBezTo>
                  <a:pt x="22235" y="19050"/>
                  <a:pt x="19050" y="22235"/>
                  <a:pt x="19050" y="26194"/>
                </a:cubicBezTo>
                <a:cubicBezTo>
                  <a:pt x="19050" y="30153"/>
                  <a:pt x="22235" y="33338"/>
                  <a:pt x="26194" y="33338"/>
                </a:cubicBezTo>
                <a:lnTo>
                  <a:pt x="40481" y="33338"/>
                </a:lnTo>
                <a:cubicBezTo>
                  <a:pt x="44440" y="33338"/>
                  <a:pt x="47625" y="30153"/>
                  <a:pt x="47625" y="26194"/>
                </a:cubicBezTo>
                <a:cubicBezTo>
                  <a:pt x="47625" y="22235"/>
                  <a:pt x="44440" y="19050"/>
                  <a:pt x="40481" y="19050"/>
                </a:cubicBezTo>
                <a:lnTo>
                  <a:pt x="26194" y="19050"/>
                </a:lnTo>
                <a:close/>
                <a:moveTo>
                  <a:pt x="26194" y="47625"/>
                </a:moveTo>
                <a:cubicBezTo>
                  <a:pt x="22235" y="47625"/>
                  <a:pt x="19050" y="50810"/>
                  <a:pt x="19050" y="54769"/>
                </a:cubicBezTo>
                <a:cubicBezTo>
                  <a:pt x="19050" y="58728"/>
                  <a:pt x="22235" y="61912"/>
                  <a:pt x="26194" y="61912"/>
                </a:cubicBezTo>
                <a:lnTo>
                  <a:pt x="40481" y="61912"/>
                </a:lnTo>
                <a:cubicBezTo>
                  <a:pt x="44440" y="61912"/>
                  <a:pt x="47625" y="58728"/>
                  <a:pt x="47625" y="54769"/>
                </a:cubicBezTo>
                <a:cubicBezTo>
                  <a:pt x="47625" y="50810"/>
                  <a:pt x="44440" y="47625"/>
                  <a:pt x="40481" y="47625"/>
                </a:cubicBezTo>
                <a:lnTo>
                  <a:pt x="26194" y="47625"/>
                </a:lnTo>
                <a:close/>
                <a:moveTo>
                  <a:pt x="47119" y="95250"/>
                </a:moveTo>
                <a:cubicBezTo>
                  <a:pt x="43755" y="95250"/>
                  <a:pt x="40600" y="96768"/>
                  <a:pt x="38517" y="99387"/>
                </a:cubicBezTo>
                <a:lnTo>
                  <a:pt x="20628" y="121741"/>
                </a:lnTo>
                <a:cubicBezTo>
                  <a:pt x="18157" y="124807"/>
                  <a:pt x="18663" y="129332"/>
                  <a:pt x="21729" y="131772"/>
                </a:cubicBezTo>
                <a:cubicBezTo>
                  <a:pt x="24795" y="134213"/>
                  <a:pt x="29319" y="133737"/>
                  <a:pt x="31760" y="130641"/>
                </a:cubicBezTo>
                <a:lnTo>
                  <a:pt x="45780" y="113139"/>
                </a:lnTo>
                <a:lnTo>
                  <a:pt x="50304" y="128230"/>
                </a:lnTo>
                <a:cubicBezTo>
                  <a:pt x="51197" y="131266"/>
                  <a:pt x="53995" y="133320"/>
                  <a:pt x="57150" y="133320"/>
                </a:cubicBezTo>
                <a:lnTo>
                  <a:pt x="88106" y="133320"/>
                </a:lnTo>
                <a:cubicBezTo>
                  <a:pt x="92065" y="133320"/>
                  <a:pt x="95250" y="130135"/>
                  <a:pt x="95250" y="126176"/>
                </a:cubicBezTo>
                <a:cubicBezTo>
                  <a:pt x="95250" y="122218"/>
                  <a:pt x="92065" y="119033"/>
                  <a:pt x="88106" y="119033"/>
                </a:cubicBezTo>
                <a:lnTo>
                  <a:pt x="62478" y="119033"/>
                </a:lnTo>
                <a:lnTo>
                  <a:pt x="57686" y="103078"/>
                </a:lnTo>
                <a:cubicBezTo>
                  <a:pt x="56287" y="98405"/>
                  <a:pt x="52001" y="95220"/>
                  <a:pt x="47119" y="9522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5" name="Text 63"/>
          <p:cNvSpPr/>
          <p:nvPr/>
        </p:nvSpPr>
        <p:spPr>
          <a:xfrm>
            <a:off x="8343900" y="43815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 regulation compliance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001000" y="4724400"/>
            <a:ext cx="3619500" cy="342900"/>
          </a:xfrm>
          <a:custGeom>
            <a:avLst/>
            <a:gdLst/>
            <a:ahLst/>
            <a:cxnLst/>
            <a:rect l="l" t="t" r="r" b="b"/>
            <a:pathLst>
              <a:path w="3619500" h="342900">
                <a:moveTo>
                  <a:pt x="76199" y="0"/>
                </a:moveTo>
                <a:lnTo>
                  <a:pt x="3543301" y="0"/>
                </a:lnTo>
                <a:cubicBezTo>
                  <a:pt x="3585384" y="0"/>
                  <a:pt x="3619500" y="34116"/>
                  <a:pt x="3619500" y="76199"/>
                </a:cubicBezTo>
                <a:lnTo>
                  <a:pt x="3619500" y="266701"/>
                </a:lnTo>
                <a:cubicBezTo>
                  <a:pt x="3619500" y="308784"/>
                  <a:pt x="3585384" y="342900"/>
                  <a:pt x="35433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8086725" y="4819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8" name="Text 66"/>
          <p:cNvSpPr/>
          <p:nvPr/>
        </p:nvSpPr>
        <p:spPr>
          <a:xfrm>
            <a:off x="8343900" y="48006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audit history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891B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Vacation &amp; Leave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657350"/>
            <a:ext cx="2143125" cy="1428750"/>
          </a:xfrm>
          <a:custGeom>
            <a:avLst/>
            <a:gdLst/>
            <a:ahLst/>
            <a:cxnLst/>
            <a:rect l="l" t="t" r="r" b="b"/>
            <a:pathLst>
              <a:path w="2143125" h="1428750">
                <a:moveTo>
                  <a:pt x="38100" y="0"/>
                </a:moveTo>
                <a:lnTo>
                  <a:pt x="2105025" y="0"/>
                </a:lnTo>
                <a:cubicBezTo>
                  <a:pt x="2126067" y="0"/>
                  <a:pt x="2143125" y="17058"/>
                  <a:pt x="2143125" y="38100"/>
                </a:cubicBezTo>
                <a:lnTo>
                  <a:pt x="2143125" y="1314450"/>
                </a:lnTo>
                <a:cubicBezTo>
                  <a:pt x="2143125" y="1377534"/>
                  <a:pt x="2091909" y="1428750"/>
                  <a:pt x="2028825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1657350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1828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891B2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8175" y="1943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9663" y="-7828"/>
                </a:moveTo>
                <a:cubicBezTo>
                  <a:pt x="162580" y="-8870"/>
                  <a:pt x="165795" y="-8126"/>
                  <a:pt x="167997" y="-5953"/>
                </a:cubicBezTo>
                <a:cubicBezTo>
                  <a:pt x="170200" y="-3780"/>
                  <a:pt x="170914" y="-536"/>
                  <a:pt x="169872" y="2381"/>
                </a:cubicBezTo>
                <a:lnTo>
                  <a:pt x="116890" y="150287"/>
                </a:lnTo>
                <a:cubicBezTo>
                  <a:pt x="115401" y="154424"/>
                  <a:pt x="111502" y="157163"/>
                  <a:pt x="107126" y="157163"/>
                </a:cubicBezTo>
                <a:cubicBezTo>
                  <a:pt x="102900" y="157163"/>
                  <a:pt x="99090" y="154603"/>
                  <a:pt x="97512" y="150703"/>
                </a:cubicBezTo>
                <a:lnTo>
                  <a:pt x="78403" y="103674"/>
                </a:lnTo>
                <a:cubicBezTo>
                  <a:pt x="77063" y="100399"/>
                  <a:pt x="77659" y="96649"/>
                  <a:pt x="79950" y="93970"/>
                </a:cubicBezTo>
                <a:lnTo>
                  <a:pt x="108079" y="60514"/>
                </a:lnTo>
                <a:cubicBezTo>
                  <a:pt x="109597" y="58698"/>
                  <a:pt x="109478" y="56049"/>
                  <a:pt x="107811" y="54382"/>
                </a:cubicBezTo>
                <a:cubicBezTo>
                  <a:pt x="106144" y="52715"/>
                  <a:pt x="103465" y="52596"/>
                  <a:pt x="101679" y="54114"/>
                </a:cubicBezTo>
                <a:lnTo>
                  <a:pt x="68223" y="82183"/>
                </a:lnTo>
                <a:cubicBezTo>
                  <a:pt x="65514" y="84445"/>
                  <a:pt x="61793" y="85040"/>
                  <a:pt x="58519" y="83731"/>
                </a:cubicBezTo>
                <a:lnTo>
                  <a:pt x="11341" y="64532"/>
                </a:lnTo>
                <a:cubicBezTo>
                  <a:pt x="7441" y="62954"/>
                  <a:pt x="4882" y="59144"/>
                  <a:pt x="4882" y="54918"/>
                </a:cubicBezTo>
                <a:cubicBezTo>
                  <a:pt x="4882" y="50542"/>
                  <a:pt x="7620" y="46643"/>
                  <a:pt x="11757" y="45154"/>
                </a:cubicBezTo>
                <a:lnTo>
                  <a:pt x="159663" y="-7828"/>
                </a:ln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2860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Submission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5527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leave request with date picker and reason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2060" y="1657350"/>
            <a:ext cx="2143125" cy="1428750"/>
          </a:xfrm>
          <a:custGeom>
            <a:avLst/>
            <a:gdLst/>
            <a:ahLst/>
            <a:cxnLst/>
            <a:rect l="l" t="t" r="r" b="b"/>
            <a:pathLst>
              <a:path w="2143125" h="1428750">
                <a:moveTo>
                  <a:pt x="38100" y="0"/>
                </a:moveTo>
                <a:lnTo>
                  <a:pt x="2105025" y="0"/>
                </a:lnTo>
                <a:cubicBezTo>
                  <a:pt x="2126067" y="0"/>
                  <a:pt x="2143125" y="17058"/>
                  <a:pt x="2143125" y="38100"/>
                </a:cubicBezTo>
                <a:lnTo>
                  <a:pt x="2143125" y="1314450"/>
                </a:lnTo>
                <a:cubicBezTo>
                  <a:pt x="2143125" y="1377534"/>
                  <a:pt x="2091909" y="1428750"/>
                  <a:pt x="2028825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672060" y="1657350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2824460" y="1828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891B2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38760" y="194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824460" y="22860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24460" y="25527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approval with notifications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63120" y="1657350"/>
            <a:ext cx="2143125" cy="1428750"/>
          </a:xfrm>
          <a:custGeom>
            <a:avLst/>
            <a:gdLst/>
            <a:ahLst/>
            <a:cxnLst/>
            <a:rect l="l" t="t" r="r" b="b"/>
            <a:pathLst>
              <a:path w="2143125" h="1428750">
                <a:moveTo>
                  <a:pt x="38100" y="0"/>
                </a:moveTo>
                <a:lnTo>
                  <a:pt x="2105025" y="0"/>
                </a:lnTo>
                <a:cubicBezTo>
                  <a:pt x="2126067" y="0"/>
                  <a:pt x="2143125" y="17058"/>
                  <a:pt x="2143125" y="38100"/>
                </a:cubicBezTo>
                <a:lnTo>
                  <a:pt x="2143125" y="1314450"/>
                </a:lnTo>
                <a:cubicBezTo>
                  <a:pt x="2143125" y="1377534"/>
                  <a:pt x="2091909" y="1428750"/>
                  <a:pt x="2028825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3120" y="1657350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15520" y="1828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891B2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210770" y="1943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115520" y="22860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15520" y="25527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leave balance visibility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0050" y="3238500"/>
            <a:ext cx="3267075" cy="1104900"/>
          </a:xfrm>
          <a:custGeom>
            <a:avLst/>
            <a:gdLst/>
            <a:ahLst/>
            <a:cxnLst/>
            <a:rect l="l" t="t" r="r" b="b"/>
            <a:pathLst>
              <a:path w="3267075" h="1104900">
                <a:moveTo>
                  <a:pt x="38100" y="0"/>
                </a:moveTo>
                <a:lnTo>
                  <a:pt x="3152773" y="0"/>
                </a:lnTo>
                <a:cubicBezTo>
                  <a:pt x="3215900" y="0"/>
                  <a:pt x="3267075" y="51175"/>
                  <a:pt x="3267075" y="114302"/>
                </a:cubicBezTo>
                <a:lnTo>
                  <a:pt x="3267075" y="990598"/>
                </a:lnTo>
                <a:cubicBezTo>
                  <a:pt x="3267075" y="1053725"/>
                  <a:pt x="3215900" y="1104900"/>
                  <a:pt x="315277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32385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27" name="Shape 25"/>
          <p:cNvSpPr/>
          <p:nvPr/>
        </p:nvSpPr>
        <p:spPr>
          <a:xfrm>
            <a:off x="607219" y="3429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923925" y="33909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Calendar 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3733800"/>
            <a:ext cx="3019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 with team calendars to visualize absences and plan resources effectively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36640" y="3238500"/>
            <a:ext cx="3267075" cy="1104900"/>
          </a:xfrm>
          <a:custGeom>
            <a:avLst/>
            <a:gdLst/>
            <a:ahLst/>
            <a:cxnLst/>
            <a:rect l="l" t="t" r="r" b="b"/>
            <a:pathLst>
              <a:path w="3267075" h="1104900">
                <a:moveTo>
                  <a:pt x="38100" y="0"/>
                </a:moveTo>
                <a:lnTo>
                  <a:pt x="3152773" y="0"/>
                </a:lnTo>
                <a:cubicBezTo>
                  <a:pt x="3215900" y="0"/>
                  <a:pt x="3267075" y="51175"/>
                  <a:pt x="3267075" y="114302"/>
                </a:cubicBezTo>
                <a:lnTo>
                  <a:pt x="3267075" y="990598"/>
                </a:lnTo>
                <a:cubicBezTo>
                  <a:pt x="3267075" y="1053725"/>
                  <a:pt x="3215900" y="1104900"/>
                  <a:pt x="315277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3836640" y="32385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4055715" y="3429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360515" y="339090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Compliance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08090" y="3733800"/>
            <a:ext cx="3019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enforcement of company leave policies and labor regulations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5763" y="4500563"/>
            <a:ext cx="6715125" cy="1228725"/>
          </a:xfrm>
          <a:custGeom>
            <a:avLst/>
            <a:gdLst/>
            <a:ahLst/>
            <a:cxnLst/>
            <a:rect l="l" t="t" r="r" b="b"/>
            <a:pathLst>
              <a:path w="6715125" h="1228725">
                <a:moveTo>
                  <a:pt x="114296" y="0"/>
                </a:moveTo>
                <a:lnTo>
                  <a:pt x="6600829" y="0"/>
                </a:lnTo>
                <a:cubicBezTo>
                  <a:pt x="6663953" y="0"/>
                  <a:pt x="6715125" y="51172"/>
                  <a:pt x="6715125" y="114296"/>
                </a:cubicBezTo>
                <a:lnTo>
                  <a:pt x="6715125" y="1114429"/>
                </a:lnTo>
                <a:cubicBezTo>
                  <a:pt x="6715125" y="1177553"/>
                  <a:pt x="6663953" y="1228725"/>
                  <a:pt x="66008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0891B2">
                  <a:alpha val="10000"/>
                </a:srgbClr>
              </a:gs>
              <a:gs pos="100000">
                <a:srgbClr val="0891B2">
                  <a:alpha val="5000"/>
                </a:srgbClr>
              </a:gs>
            </a:gsLst>
            <a:lin ang="0" scaled="1"/>
          </a:gradFill>
          <a:ln w="12700">
            <a:solidFill>
              <a:srgbClr val="0891B2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738" y="4705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6594" y="114222"/>
                </a:moveTo>
                <a:cubicBezTo>
                  <a:pt x="164619" y="119814"/>
                  <a:pt x="158122" y="121924"/>
                  <a:pt x="152832" y="119278"/>
                </a:cubicBezTo>
                <a:lnTo>
                  <a:pt x="93159" y="89442"/>
                </a:lnTo>
                <a:lnTo>
                  <a:pt x="92623" y="90514"/>
                </a:lnTo>
                <a:lnTo>
                  <a:pt x="62887" y="150019"/>
                </a:lnTo>
                <a:lnTo>
                  <a:pt x="160734" y="150019"/>
                </a:lnTo>
                <a:cubicBezTo>
                  <a:pt x="166661" y="150019"/>
                  <a:pt x="171450" y="154807"/>
                  <a:pt x="171450" y="160734"/>
                </a:cubicBezTo>
                <a:cubicBezTo>
                  <a:pt x="171450" y="166661"/>
                  <a:pt x="166661" y="171450"/>
                  <a:pt x="160734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ubicBezTo>
                  <a:pt x="0" y="154807"/>
                  <a:pt x="4789" y="150019"/>
                  <a:pt x="10716" y="150019"/>
                </a:cubicBezTo>
                <a:lnTo>
                  <a:pt x="38911" y="150019"/>
                </a:lnTo>
                <a:lnTo>
                  <a:pt x="73469" y="80936"/>
                </a:lnTo>
                <a:lnTo>
                  <a:pt x="74005" y="79865"/>
                </a:lnTo>
                <a:lnTo>
                  <a:pt x="18618" y="52172"/>
                </a:lnTo>
                <a:cubicBezTo>
                  <a:pt x="13328" y="49526"/>
                  <a:pt x="11117" y="43030"/>
                  <a:pt x="14433" y="38107"/>
                </a:cubicBezTo>
                <a:cubicBezTo>
                  <a:pt x="29803" y="15136"/>
                  <a:pt x="55989" y="0"/>
                  <a:pt x="85725" y="0"/>
                </a:cubicBezTo>
                <a:cubicBezTo>
                  <a:pt x="133075" y="0"/>
                  <a:pt x="171450" y="38375"/>
                  <a:pt x="171450" y="85725"/>
                </a:cubicBezTo>
                <a:cubicBezTo>
                  <a:pt x="171450" y="95704"/>
                  <a:pt x="169742" y="105315"/>
                  <a:pt x="166594" y="114222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4657725"/>
            <a:ext cx="626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Leave Types Supported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2925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934194" y="51339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9673" y="-3382"/>
                </a:moveTo>
                <a:cubicBezTo>
                  <a:pt x="62151" y="-4420"/>
                  <a:pt x="64963" y="-4119"/>
                  <a:pt x="67207" y="-2645"/>
                </a:cubicBezTo>
                <a:lnTo>
                  <a:pt x="96608" y="16844"/>
                </a:lnTo>
                <a:lnTo>
                  <a:pt x="126009" y="-2645"/>
                </a:lnTo>
                <a:cubicBezTo>
                  <a:pt x="128253" y="-4119"/>
                  <a:pt x="131065" y="-4387"/>
                  <a:pt x="133543" y="-3382"/>
                </a:cubicBezTo>
                <a:cubicBezTo>
                  <a:pt x="136021" y="-2378"/>
                  <a:pt x="137763" y="-167"/>
                  <a:pt x="138299" y="2445"/>
                </a:cubicBezTo>
                <a:lnTo>
                  <a:pt x="145297" y="37002"/>
                </a:lnTo>
                <a:lnTo>
                  <a:pt x="179855" y="44001"/>
                </a:lnTo>
                <a:cubicBezTo>
                  <a:pt x="182467" y="44537"/>
                  <a:pt x="184677" y="46345"/>
                  <a:pt x="185682" y="48790"/>
                </a:cubicBezTo>
                <a:cubicBezTo>
                  <a:pt x="186686" y="51234"/>
                  <a:pt x="186418" y="54080"/>
                  <a:pt x="184945" y="56324"/>
                </a:cubicBezTo>
                <a:lnTo>
                  <a:pt x="165456" y="85725"/>
                </a:lnTo>
                <a:lnTo>
                  <a:pt x="184945" y="115126"/>
                </a:lnTo>
                <a:cubicBezTo>
                  <a:pt x="186418" y="117370"/>
                  <a:pt x="186686" y="120182"/>
                  <a:pt x="185682" y="122660"/>
                </a:cubicBezTo>
                <a:cubicBezTo>
                  <a:pt x="184677" y="125138"/>
                  <a:pt x="182467" y="126947"/>
                  <a:pt x="179855" y="127449"/>
                </a:cubicBezTo>
                <a:lnTo>
                  <a:pt x="145264" y="134414"/>
                </a:lnTo>
                <a:lnTo>
                  <a:pt x="138299" y="169005"/>
                </a:lnTo>
                <a:cubicBezTo>
                  <a:pt x="137763" y="171617"/>
                  <a:pt x="135954" y="173828"/>
                  <a:pt x="133510" y="174832"/>
                </a:cubicBezTo>
                <a:cubicBezTo>
                  <a:pt x="131065" y="175837"/>
                  <a:pt x="128219" y="175569"/>
                  <a:pt x="125976" y="174095"/>
                </a:cubicBezTo>
                <a:lnTo>
                  <a:pt x="96575" y="154606"/>
                </a:lnTo>
                <a:lnTo>
                  <a:pt x="67174" y="174095"/>
                </a:lnTo>
                <a:cubicBezTo>
                  <a:pt x="64930" y="175569"/>
                  <a:pt x="62117" y="175837"/>
                  <a:pt x="59639" y="174832"/>
                </a:cubicBezTo>
                <a:cubicBezTo>
                  <a:pt x="57161" y="173828"/>
                  <a:pt x="55353" y="171617"/>
                  <a:pt x="54851" y="169005"/>
                </a:cubicBezTo>
                <a:lnTo>
                  <a:pt x="47885" y="134414"/>
                </a:lnTo>
                <a:lnTo>
                  <a:pt x="13294" y="127415"/>
                </a:lnTo>
                <a:cubicBezTo>
                  <a:pt x="10682" y="126880"/>
                  <a:pt x="8472" y="125071"/>
                  <a:pt x="7467" y="122627"/>
                </a:cubicBezTo>
                <a:cubicBezTo>
                  <a:pt x="6463" y="120182"/>
                  <a:pt x="6731" y="117336"/>
                  <a:pt x="8204" y="115093"/>
                </a:cubicBezTo>
                <a:lnTo>
                  <a:pt x="27693" y="85725"/>
                </a:lnTo>
                <a:lnTo>
                  <a:pt x="8204" y="56324"/>
                </a:lnTo>
                <a:cubicBezTo>
                  <a:pt x="6731" y="54080"/>
                  <a:pt x="6463" y="51268"/>
                  <a:pt x="7467" y="48790"/>
                </a:cubicBezTo>
                <a:cubicBezTo>
                  <a:pt x="8472" y="46312"/>
                  <a:pt x="10682" y="44503"/>
                  <a:pt x="13294" y="44001"/>
                </a:cubicBezTo>
                <a:lnTo>
                  <a:pt x="47885" y="37036"/>
                </a:lnTo>
                <a:lnTo>
                  <a:pt x="54884" y="2445"/>
                </a:lnTo>
                <a:cubicBezTo>
                  <a:pt x="55420" y="-167"/>
                  <a:pt x="57228" y="-2378"/>
                  <a:pt x="59673" y="-3382"/>
                </a:cubicBezTo>
                <a:close/>
                <a:moveTo>
                  <a:pt x="69518" y="85725"/>
                </a:moveTo>
                <a:cubicBezTo>
                  <a:pt x="69518" y="76106"/>
                  <a:pt x="74649" y="67218"/>
                  <a:pt x="82979" y="62409"/>
                </a:cubicBezTo>
                <a:cubicBezTo>
                  <a:pt x="91309" y="57600"/>
                  <a:pt x="101572" y="57600"/>
                  <a:pt x="109902" y="62409"/>
                </a:cubicBezTo>
                <a:cubicBezTo>
                  <a:pt x="118232" y="67218"/>
                  <a:pt x="123364" y="76106"/>
                  <a:pt x="123364" y="85725"/>
                </a:cubicBezTo>
                <a:cubicBezTo>
                  <a:pt x="123364" y="100584"/>
                  <a:pt x="111300" y="112648"/>
                  <a:pt x="96441" y="112648"/>
                </a:cubicBezTo>
                <a:cubicBezTo>
                  <a:pt x="81581" y="112648"/>
                  <a:pt x="69518" y="100584"/>
                  <a:pt x="69518" y="85725"/>
                </a:cubicBezTo>
                <a:close/>
                <a:moveTo>
                  <a:pt x="139437" y="85725"/>
                </a:moveTo>
                <a:cubicBezTo>
                  <a:pt x="139437" y="61995"/>
                  <a:pt x="120171" y="42729"/>
                  <a:pt x="96441" y="42729"/>
                </a:cubicBezTo>
                <a:cubicBezTo>
                  <a:pt x="72710" y="42729"/>
                  <a:pt x="53444" y="61995"/>
                  <a:pt x="53444" y="85725"/>
                </a:cubicBezTo>
                <a:cubicBezTo>
                  <a:pt x="53444" y="101086"/>
                  <a:pt x="61639" y="115280"/>
                  <a:pt x="74942" y="122961"/>
                </a:cubicBezTo>
                <a:cubicBezTo>
                  <a:pt x="88246" y="130642"/>
                  <a:pt x="104636" y="130642"/>
                  <a:pt x="117939" y="122961"/>
                </a:cubicBezTo>
                <a:cubicBezTo>
                  <a:pt x="131242" y="115280"/>
                  <a:pt x="139437" y="101086"/>
                  <a:pt x="139437" y="85725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590550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628031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030164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36132"/>
                </a:moveTo>
                <a:lnTo>
                  <a:pt x="80702" y="29167"/>
                </a:lnTo>
                <a:cubicBezTo>
                  <a:pt x="72330" y="17580"/>
                  <a:pt x="58902" y="10716"/>
                  <a:pt x="44570" y="10716"/>
                </a:cubicBezTo>
                <a:cubicBezTo>
                  <a:pt x="19958" y="10716"/>
                  <a:pt x="0" y="30673"/>
                  <a:pt x="0" y="55286"/>
                </a:cubicBezTo>
                <a:lnTo>
                  <a:pt x="0" y="56157"/>
                </a:lnTo>
                <a:cubicBezTo>
                  <a:pt x="0" y="64059"/>
                  <a:pt x="2076" y="72230"/>
                  <a:pt x="5559" y="80367"/>
                </a:cubicBezTo>
                <a:lnTo>
                  <a:pt x="41054" y="80367"/>
                </a:lnTo>
                <a:cubicBezTo>
                  <a:pt x="42126" y="80367"/>
                  <a:pt x="43097" y="79731"/>
                  <a:pt x="43532" y="78726"/>
                </a:cubicBezTo>
                <a:lnTo>
                  <a:pt x="54181" y="53176"/>
                </a:lnTo>
                <a:cubicBezTo>
                  <a:pt x="55420" y="50229"/>
                  <a:pt x="58300" y="48287"/>
                  <a:pt x="61481" y="48220"/>
                </a:cubicBezTo>
                <a:cubicBezTo>
                  <a:pt x="64662" y="48153"/>
                  <a:pt x="67609" y="50029"/>
                  <a:pt x="68915" y="52942"/>
                </a:cubicBezTo>
                <a:lnTo>
                  <a:pt x="86093" y="91083"/>
                </a:lnTo>
                <a:lnTo>
                  <a:pt x="99957" y="63356"/>
                </a:lnTo>
                <a:cubicBezTo>
                  <a:pt x="101330" y="60644"/>
                  <a:pt x="104109" y="58902"/>
                  <a:pt x="107156" y="58902"/>
                </a:cubicBezTo>
                <a:cubicBezTo>
                  <a:pt x="110204" y="58902"/>
                  <a:pt x="112983" y="60610"/>
                  <a:pt x="114356" y="63356"/>
                </a:cubicBezTo>
                <a:lnTo>
                  <a:pt x="122125" y="78860"/>
                </a:lnTo>
                <a:cubicBezTo>
                  <a:pt x="122593" y="79764"/>
                  <a:pt x="123498" y="80334"/>
                  <a:pt x="124536" y="80334"/>
                </a:cubicBezTo>
                <a:lnTo>
                  <a:pt x="165925" y="80334"/>
                </a:lnTo>
                <a:cubicBezTo>
                  <a:pt x="169441" y="72197"/>
                  <a:pt x="171483" y="64026"/>
                  <a:pt x="171483" y="56123"/>
                </a:cubicBezTo>
                <a:lnTo>
                  <a:pt x="171483" y="55252"/>
                </a:lnTo>
                <a:cubicBezTo>
                  <a:pt x="171450" y="30673"/>
                  <a:pt x="151492" y="10716"/>
                  <a:pt x="126880" y="10716"/>
                </a:cubicBezTo>
                <a:cubicBezTo>
                  <a:pt x="112581" y="10716"/>
                  <a:pt x="99120" y="17580"/>
                  <a:pt x="90748" y="29167"/>
                </a:cubicBezTo>
                <a:lnTo>
                  <a:pt x="85725" y="36098"/>
                </a:lnTo>
                <a:close/>
                <a:moveTo>
                  <a:pt x="157252" y="96441"/>
                </a:moveTo>
                <a:lnTo>
                  <a:pt x="124502" y="96441"/>
                </a:lnTo>
                <a:cubicBezTo>
                  <a:pt x="117403" y="96441"/>
                  <a:pt x="110907" y="92422"/>
                  <a:pt x="107726" y="86060"/>
                </a:cubicBezTo>
                <a:lnTo>
                  <a:pt x="107156" y="84921"/>
                </a:lnTo>
                <a:lnTo>
                  <a:pt x="92925" y="113418"/>
                </a:lnTo>
                <a:cubicBezTo>
                  <a:pt x="91552" y="116198"/>
                  <a:pt x="88672" y="117939"/>
                  <a:pt x="85558" y="117872"/>
                </a:cubicBezTo>
                <a:cubicBezTo>
                  <a:pt x="82443" y="117805"/>
                  <a:pt x="79664" y="115963"/>
                  <a:pt x="78391" y="113150"/>
                </a:cubicBezTo>
                <a:lnTo>
                  <a:pt x="61883" y="76483"/>
                </a:lnTo>
                <a:lnTo>
                  <a:pt x="58367" y="84921"/>
                </a:lnTo>
                <a:cubicBezTo>
                  <a:pt x="55453" y="91920"/>
                  <a:pt x="48622" y="96474"/>
                  <a:pt x="41054" y="96474"/>
                </a:cubicBezTo>
                <a:lnTo>
                  <a:pt x="14198" y="96474"/>
                </a:lnTo>
                <a:cubicBezTo>
                  <a:pt x="30004" y="121187"/>
                  <a:pt x="55386" y="143924"/>
                  <a:pt x="71259" y="156046"/>
                </a:cubicBezTo>
                <a:cubicBezTo>
                  <a:pt x="75411" y="159194"/>
                  <a:pt x="80501" y="160768"/>
                  <a:pt x="85692" y="160768"/>
                </a:cubicBezTo>
                <a:cubicBezTo>
                  <a:pt x="90882" y="160768"/>
                  <a:pt x="96005" y="159227"/>
                  <a:pt x="100124" y="156046"/>
                </a:cubicBezTo>
                <a:cubicBezTo>
                  <a:pt x="116064" y="143891"/>
                  <a:pt x="141446" y="121154"/>
                  <a:pt x="157252" y="96441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1675656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Sick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713286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104555" y="51339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2760911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798391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00525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3025" y="2880"/>
                </a:moveTo>
                <a:cubicBezTo>
                  <a:pt x="88906" y="-938"/>
                  <a:pt x="82544" y="-938"/>
                  <a:pt x="78458" y="2880"/>
                </a:cubicBezTo>
                <a:lnTo>
                  <a:pt x="3449" y="72531"/>
                </a:lnTo>
                <a:cubicBezTo>
                  <a:pt x="234" y="75545"/>
                  <a:pt x="-837" y="80200"/>
                  <a:pt x="770" y="84285"/>
                </a:cubicBezTo>
                <a:cubicBezTo>
                  <a:pt x="2378" y="88370"/>
                  <a:pt x="6295" y="91083"/>
                  <a:pt x="10716" y="91083"/>
                </a:cubicBezTo>
                <a:lnTo>
                  <a:pt x="16073" y="91083"/>
                </a:lnTo>
                <a:lnTo>
                  <a:pt x="16073" y="150019"/>
                </a:lnTo>
                <a:cubicBezTo>
                  <a:pt x="16073" y="161839"/>
                  <a:pt x="25684" y="171450"/>
                  <a:pt x="37505" y="171450"/>
                </a:cubicBezTo>
                <a:lnTo>
                  <a:pt x="133945" y="171450"/>
                </a:lnTo>
                <a:cubicBezTo>
                  <a:pt x="145766" y="171450"/>
                  <a:pt x="155377" y="161839"/>
                  <a:pt x="155377" y="150019"/>
                </a:cubicBezTo>
                <a:lnTo>
                  <a:pt x="155377" y="91083"/>
                </a:lnTo>
                <a:lnTo>
                  <a:pt x="160734" y="91083"/>
                </a:lnTo>
                <a:cubicBezTo>
                  <a:pt x="165155" y="91083"/>
                  <a:pt x="169106" y="88370"/>
                  <a:pt x="170713" y="84285"/>
                </a:cubicBezTo>
                <a:cubicBezTo>
                  <a:pt x="172321" y="80200"/>
                  <a:pt x="171249" y="75512"/>
                  <a:pt x="168034" y="72531"/>
                </a:cubicBezTo>
                <a:lnTo>
                  <a:pt x="93025" y="2880"/>
                </a:lnTo>
                <a:close/>
                <a:moveTo>
                  <a:pt x="80367" y="107156"/>
                </a:moveTo>
                <a:lnTo>
                  <a:pt x="91083" y="107156"/>
                </a:lnTo>
                <a:cubicBezTo>
                  <a:pt x="99957" y="107156"/>
                  <a:pt x="107156" y="114356"/>
                  <a:pt x="107156" y="123230"/>
                </a:cubicBezTo>
                <a:lnTo>
                  <a:pt x="107156" y="155377"/>
                </a:lnTo>
                <a:lnTo>
                  <a:pt x="64294" y="155377"/>
                </a:lnTo>
                <a:lnTo>
                  <a:pt x="64294" y="123230"/>
                </a:lnTo>
                <a:cubicBezTo>
                  <a:pt x="64294" y="114356"/>
                  <a:pt x="71493" y="107156"/>
                  <a:pt x="80367" y="107156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3846016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83646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7211" y="5133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0184" y="29468"/>
                </a:moveTo>
                <a:cubicBezTo>
                  <a:pt x="40184" y="16161"/>
                  <a:pt x="50987" y="5358"/>
                  <a:pt x="64294" y="5358"/>
                </a:cubicBezTo>
                <a:cubicBezTo>
                  <a:pt x="77601" y="5358"/>
                  <a:pt x="88404" y="16161"/>
                  <a:pt x="88404" y="29468"/>
                </a:cubicBezTo>
                <a:cubicBezTo>
                  <a:pt x="88404" y="42775"/>
                  <a:pt x="77601" y="53578"/>
                  <a:pt x="64294" y="53578"/>
                </a:cubicBezTo>
                <a:cubicBezTo>
                  <a:pt x="50987" y="53578"/>
                  <a:pt x="40184" y="42775"/>
                  <a:pt x="40184" y="29468"/>
                </a:cubicBezTo>
                <a:close/>
                <a:moveTo>
                  <a:pt x="2578" y="48388"/>
                </a:moveTo>
                <a:cubicBezTo>
                  <a:pt x="6932" y="42394"/>
                  <a:pt x="15303" y="41088"/>
                  <a:pt x="21297" y="45441"/>
                </a:cubicBezTo>
                <a:lnTo>
                  <a:pt x="33419" y="54248"/>
                </a:lnTo>
                <a:cubicBezTo>
                  <a:pt x="42394" y="60778"/>
                  <a:pt x="53210" y="64294"/>
                  <a:pt x="64294" y="64294"/>
                </a:cubicBezTo>
                <a:cubicBezTo>
                  <a:pt x="75378" y="64294"/>
                  <a:pt x="86194" y="60778"/>
                  <a:pt x="95168" y="54248"/>
                </a:cubicBezTo>
                <a:lnTo>
                  <a:pt x="107290" y="45407"/>
                </a:lnTo>
                <a:cubicBezTo>
                  <a:pt x="113284" y="41054"/>
                  <a:pt x="121656" y="42394"/>
                  <a:pt x="126009" y="48354"/>
                </a:cubicBezTo>
                <a:cubicBezTo>
                  <a:pt x="130362" y="54315"/>
                  <a:pt x="129023" y="62720"/>
                  <a:pt x="123062" y="67073"/>
                </a:cubicBezTo>
                <a:lnTo>
                  <a:pt x="110940" y="75914"/>
                </a:lnTo>
                <a:cubicBezTo>
                  <a:pt x="106386" y="79229"/>
                  <a:pt x="101531" y="82008"/>
                  <a:pt x="96441" y="84285"/>
                </a:cubicBezTo>
                <a:lnTo>
                  <a:pt x="96441" y="96441"/>
                </a:lnTo>
                <a:lnTo>
                  <a:pt x="32147" y="96441"/>
                </a:lnTo>
                <a:lnTo>
                  <a:pt x="32147" y="84285"/>
                </a:lnTo>
                <a:cubicBezTo>
                  <a:pt x="27057" y="82042"/>
                  <a:pt x="22201" y="79229"/>
                  <a:pt x="17647" y="75914"/>
                </a:cubicBezTo>
                <a:lnTo>
                  <a:pt x="5525" y="67073"/>
                </a:lnTo>
                <a:cubicBezTo>
                  <a:pt x="-469" y="62720"/>
                  <a:pt x="-1775" y="54348"/>
                  <a:pt x="2578" y="48354"/>
                </a:cubicBezTo>
                <a:close/>
                <a:moveTo>
                  <a:pt x="32649" y="110270"/>
                </a:moveTo>
                <a:lnTo>
                  <a:pt x="52942" y="128018"/>
                </a:lnTo>
                <a:lnTo>
                  <a:pt x="44235" y="140475"/>
                </a:lnTo>
                <a:lnTo>
                  <a:pt x="52373" y="148612"/>
                </a:lnTo>
                <a:cubicBezTo>
                  <a:pt x="57596" y="153836"/>
                  <a:pt x="57596" y="162308"/>
                  <a:pt x="52373" y="167566"/>
                </a:cubicBezTo>
                <a:cubicBezTo>
                  <a:pt x="47149" y="172823"/>
                  <a:pt x="38677" y="172789"/>
                  <a:pt x="33419" y="167566"/>
                </a:cubicBezTo>
                <a:lnTo>
                  <a:pt x="17346" y="151492"/>
                </a:lnTo>
                <a:cubicBezTo>
                  <a:pt x="12725" y="146871"/>
                  <a:pt x="12089" y="139638"/>
                  <a:pt x="15806" y="134314"/>
                </a:cubicBezTo>
                <a:lnTo>
                  <a:pt x="32616" y="110270"/>
                </a:lnTo>
                <a:close/>
                <a:moveTo>
                  <a:pt x="75679" y="128018"/>
                </a:moveTo>
                <a:lnTo>
                  <a:pt x="95972" y="110270"/>
                </a:lnTo>
                <a:lnTo>
                  <a:pt x="112782" y="134314"/>
                </a:lnTo>
                <a:cubicBezTo>
                  <a:pt x="116499" y="139638"/>
                  <a:pt x="115863" y="146871"/>
                  <a:pt x="111275" y="151459"/>
                </a:cubicBezTo>
                <a:lnTo>
                  <a:pt x="95202" y="167532"/>
                </a:lnTo>
                <a:cubicBezTo>
                  <a:pt x="89978" y="172756"/>
                  <a:pt x="81506" y="172756"/>
                  <a:pt x="76248" y="167532"/>
                </a:cubicBezTo>
                <a:cubicBezTo>
                  <a:pt x="70991" y="162308"/>
                  <a:pt x="71025" y="153836"/>
                  <a:pt x="76248" y="148579"/>
                </a:cubicBezTo>
                <a:lnTo>
                  <a:pt x="84386" y="140442"/>
                </a:lnTo>
                <a:lnTo>
                  <a:pt x="75679" y="127985"/>
                </a:ln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4931271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Maternity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968901" y="5038725"/>
            <a:ext cx="971550" cy="533400"/>
          </a:xfrm>
          <a:custGeom>
            <a:avLst/>
            <a:gdLst/>
            <a:ahLst/>
            <a:cxnLst/>
            <a:rect l="l" t="t" r="r" b="b"/>
            <a:pathLst>
              <a:path w="971550" h="533400">
                <a:moveTo>
                  <a:pt x="76202" y="0"/>
                </a:moveTo>
                <a:lnTo>
                  <a:pt x="895348" y="0"/>
                </a:lnTo>
                <a:cubicBezTo>
                  <a:pt x="937433" y="0"/>
                  <a:pt x="971550" y="34117"/>
                  <a:pt x="971550" y="76202"/>
                </a:cubicBezTo>
                <a:lnTo>
                  <a:pt x="971550" y="457198"/>
                </a:lnTo>
                <a:cubicBezTo>
                  <a:pt x="971550" y="499255"/>
                  <a:pt x="937405" y="533400"/>
                  <a:pt x="8953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370886" y="5133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38375" y="0"/>
                  <a:pt x="0" y="38375"/>
                  <a:pt x="0" y="85725"/>
                </a:cubicBezTo>
                <a:cubicBezTo>
                  <a:pt x="0" y="133075"/>
                  <a:pt x="38375" y="171450"/>
                  <a:pt x="85725" y="171450"/>
                </a:cubicBezTo>
                <a:cubicBezTo>
                  <a:pt x="108764" y="171450"/>
                  <a:pt x="129693" y="162342"/>
                  <a:pt x="145096" y="147541"/>
                </a:cubicBezTo>
                <a:cubicBezTo>
                  <a:pt x="147541" y="145197"/>
                  <a:pt x="148244" y="141547"/>
                  <a:pt x="146871" y="138466"/>
                </a:cubicBezTo>
                <a:cubicBezTo>
                  <a:pt x="145498" y="135385"/>
                  <a:pt x="142283" y="133477"/>
                  <a:pt x="138901" y="133744"/>
                </a:cubicBezTo>
                <a:cubicBezTo>
                  <a:pt x="137260" y="133878"/>
                  <a:pt x="135620" y="133945"/>
                  <a:pt x="133945" y="133945"/>
                </a:cubicBezTo>
                <a:cubicBezTo>
                  <a:pt x="99923" y="133945"/>
                  <a:pt x="72330" y="106353"/>
                  <a:pt x="72330" y="72330"/>
                </a:cubicBezTo>
                <a:cubicBezTo>
                  <a:pt x="72330" y="48187"/>
                  <a:pt x="86227" y="27258"/>
                  <a:pt x="106520" y="17145"/>
                </a:cubicBezTo>
                <a:cubicBezTo>
                  <a:pt x="109567" y="15638"/>
                  <a:pt x="111309" y="12356"/>
                  <a:pt x="110907" y="8974"/>
                </a:cubicBezTo>
                <a:cubicBezTo>
                  <a:pt x="110505" y="5592"/>
                  <a:pt x="108027" y="2846"/>
                  <a:pt x="104712" y="2110"/>
                </a:cubicBezTo>
                <a:cubicBezTo>
                  <a:pt x="98584" y="737"/>
                  <a:pt x="92221" y="0"/>
                  <a:pt x="85725" y="0"/>
                </a:cubicBezTo>
                <a:close/>
              </a:path>
            </a:pathLst>
          </a:custGeom>
          <a:solidFill>
            <a:srgbClr val="0891B2"/>
          </a:solidFill>
          <a:ln/>
        </p:spPr>
      </p:sp>
      <p:sp>
        <p:nvSpPr>
          <p:cNvPr id="55" name="Text 53"/>
          <p:cNvSpPr/>
          <p:nvPr/>
        </p:nvSpPr>
        <p:spPr>
          <a:xfrm>
            <a:off x="6016526" y="5343525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Unpaid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30380" y="1638300"/>
            <a:ext cx="4476750" cy="3467100"/>
          </a:xfrm>
          <a:custGeom>
            <a:avLst/>
            <a:gdLst/>
            <a:ahLst/>
            <a:cxnLst/>
            <a:rect l="l" t="t" r="r" b="b"/>
            <a:pathLst>
              <a:path w="4476750" h="3467100">
                <a:moveTo>
                  <a:pt x="152414" y="0"/>
                </a:moveTo>
                <a:lnTo>
                  <a:pt x="4324336" y="0"/>
                </a:lnTo>
                <a:cubicBezTo>
                  <a:pt x="4408512" y="0"/>
                  <a:pt x="4476750" y="68238"/>
                  <a:pt x="4476750" y="152414"/>
                </a:cubicBezTo>
                <a:lnTo>
                  <a:pt x="4476750" y="3314686"/>
                </a:lnTo>
                <a:cubicBezTo>
                  <a:pt x="4476750" y="3398862"/>
                  <a:pt x="4408512" y="3467100"/>
                  <a:pt x="4324336" y="3467100"/>
                </a:cubicBezTo>
                <a:lnTo>
                  <a:pt x="152414" y="3467100"/>
                </a:lnTo>
                <a:cubicBezTo>
                  <a:pt x="68238" y="3467100"/>
                  <a:pt x="0" y="3398862"/>
                  <a:pt x="0" y="33146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891B2"/>
              </a:gs>
              <a:gs pos="100000">
                <a:srgbClr val="0E7490"/>
              </a:gs>
            </a:gsLst>
            <a:lin ang="270000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7544693" y="1866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759005" y="1828800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Flow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20880" y="224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655421" y="2371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016180" y="22669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Request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016180" y="2457450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Submits leave application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711380" y="2743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520880" y="3009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630418" y="31337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58341"/>
                </a:moveTo>
                <a:cubicBezTo>
                  <a:pt x="98293" y="58341"/>
                  <a:pt x="110430" y="46203"/>
                  <a:pt x="110430" y="31254"/>
                </a:cubicBezTo>
                <a:cubicBezTo>
                  <a:pt x="110430" y="16304"/>
                  <a:pt x="98293" y="4167"/>
                  <a:pt x="83344" y="4167"/>
                </a:cubicBezTo>
                <a:cubicBezTo>
                  <a:pt x="68394" y="4167"/>
                  <a:pt x="56257" y="16304"/>
                  <a:pt x="56257" y="31254"/>
                </a:cubicBezTo>
                <a:cubicBezTo>
                  <a:pt x="56257" y="46203"/>
                  <a:pt x="68394" y="58341"/>
                  <a:pt x="83344" y="58341"/>
                </a:cubicBezTo>
                <a:close/>
                <a:moveTo>
                  <a:pt x="25003" y="60424"/>
                </a:moveTo>
                <a:cubicBezTo>
                  <a:pt x="35353" y="60424"/>
                  <a:pt x="43755" y="52022"/>
                  <a:pt x="43755" y="41672"/>
                </a:cubicBezTo>
                <a:cubicBezTo>
                  <a:pt x="43755" y="31322"/>
                  <a:pt x="35353" y="22920"/>
                  <a:pt x="25003" y="22920"/>
                </a:cubicBezTo>
                <a:cubicBezTo>
                  <a:pt x="14653" y="22920"/>
                  <a:pt x="6251" y="31322"/>
                  <a:pt x="6251" y="41672"/>
                </a:cubicBezTo>
                <a:cubicBezTo>
                  <a:pt x="6251" y="52022"/>
                  <a:pt x="14653" y="60424"/>
                  <a:pt x="25003" y="60424"/>
                </a:cubicBezTo>
                <a:close/>
                <a:moveTo>
                  <a:pt x="0" y="108347"/>
                </a:moveTo>
                <a:lnTo>
                  <a:pt x="0" y="116681"/>
                </a:lnTo>
                <a:cubicBezTo>
                  <a:pt x="0" y="121291"/>
                  <a:pt x="3724" y="125016"/>
                  <a:pt x="8334" y="125016"/>
                </a:cubicBezTo>
                <a:lnTo>
                  <a:pt x="30915" y="125016"/>
                </a:lnTo>
                <a:cubicBezTo>
                  <a:pt x="29795" y="122463"/>
                  <a:pt x="29170" y="119650"/>
                  <a:pt x="29170" y="116681"/>
                </a:cubicBezTo>
                <a:lnTo>
                  <a:pt x="29170" y="112514"/>
                </a:lnTo>
                <a:cubicBezTo>
                  <a:pt x="29170" y="98658"/>
                  <a:pt x="34379" y="86000"/>
                  <a:pt x="42948" y="76416"/>
                </a:cubicBezTo>
                <a:cubicBezTo>
                  <a:pt x="39901" y="75504"/>
                  <a:pt x="36671" y="75009"/>
                  <a:pt x="33337" y="75009"/>
                </a:cubicBezTo>
                <a:cubicBezTo>
                  <a:pt x="14924" y="75009"/>
                  <a:pt x="0" y="89933"/>
                  <a:pt x="0" y="108347"/>
                </a:cubicBezTo>
                <a:close/>
                <a:moveTo>
                  <a:pt x="160437" y="41672"/>
                </a:moveTo>
                <a:cubicBezTo>
                  <a:pt x="160437" y="31322"/>
                  <a:pt x="152034" y="22920"/>
                  <a:pt x="141684" y="22920"/>
                </a:cubicBezTo>
                <a:cubicBezTo>
                  <a:pt x="131335" y="22920"/>
                  <a:pt x="122932" y="31322"/>
                  <a:pt x="122932" y="41672"/>
                </a:cubicBezTo>
                <a:cubicBezTo>
                  <a:pt x="122932" y="52022"/>
                  <a:pt x="131335" y="60424"/>
                  <a:pt x="141684" y="60424"/>
                </a:cubicBezTo>
                <a:cubicBezTo>
                  <a:pt x="152034" y="60424"/>
                  <a:pt x="160437" y="52022"/>
                  <a:pt x="160437" y="41672"/>
                </a:cubicBezTo>
                <a:close/>
                <a:moveTo>
                  <a:pt x="41672" y="112514"/>
                </a:moveTo>
                <a:lnTo>
                  <a:pt x="41672" y="116681"/>
                </a:lnTo>
                <a:cubicBezTo>
                  <a:pt x="41672" y="121291"/>
                  <a:pt x="45396" y="125016"/>
                  <a:pt x="50006" y="125016"/>
                </a:cubicBezTo>
                <a:lnTo>
                  <a:pt x="90845" y="125016"/>
                </a:lnTo>
                <a:cubicBezTo>
                  <a:pt x="88995" y="119390"/>
                  <a:pt x="89204" y="113452"/>
                  <a:pt x="93631" y="108347"/>
                </a:cubicBezTo>
                <a:cubicBezTo>
                  <a:pt x="89985" y="104128"/>
                  <a:pt x="88292" y="98007"/>
                  <a:pt x="90662" y="91860"/>
                </a:cubicBezTo>
                <a:cubicBezTo>
                  <a:pt x="92381" y="87407"/>
                  <a:pt x="94804" y="83240"/>
                  <a:pt x="97799" y="79541"/>
                </a:cubicBezTo>
                <a:cubicBezTo>
                  <a:pt x="99205" y="77822"/>
                  <a:pt x="100820" y="76494"/>
                  <a:pt x="102565" y="75530"/>
                </a:cubicBezTo>
                <a:cubicBezTo>
                  <a:pt x="96809" y="72535"/>
                  <a:pt x="90272" y="70842"/>
                  <a:pt x="83344" y="70842"/>
                </a:cubicBezTo>
                <a:cubicBezTo>
                  <a:pt x="60320" y="70842"/>
                  <a:pt x="41672" y="89490"/>
                  <a:pt x="41672" y="112514"/>
                </a:cubicBezTo>
                <a:close/>
                <a:moveTo>
                  <a:pt x="162677" y="101028"/>
                </a:moveTo>
                <a:cubicBezTo>
                  <a:pt x="164317" y="100091"/>
                  <a:pt x="165151" y="98137"/>
                  <a:pt x="164448" y="96340"/>
                </a:cubicBezTo>
                <a:cubicBezTo>
                  <a:pt x="163197" y="93111"/>
                  <a:pt x="161452" y="90063"/>
                  <a:pt x="159265" y="87381"/>
                </a:cubicBezTo>
                <a:cubicBezTo>
                  <a:pt x="158067" y="85896"/>
                  <a:pt x="155957" y="85636"/>
                  <a:pt x="154316" y="86599"/>
                </a:cubicBezTo>
                <a:cubicBezTo>
                  <a:pt x="148638" y="89881"/>
                  <a:pt x="141658" y="85870"/>
                  <a:pt x="141658" y="79281"/>
                </a:cubicBezTo>
                <a:cubicBezTo>
                  <a:pt x="141658" y="77379"/>
                  <a:pt x="140382" y="75687"/>
                  <a:pt x="138507" y="75400"/>
                </a:cubicBezTo>
                <a:cubicBezTo>
                  <a:pt x="135147" y="74879"/>
                  <a:pt x="131527" y="74879"/>
                  <a:pt x="128167" y="75400"/>
                </a:cubicBezTo>
                <a:cubicBezTo>
                  <a:pt x="126292" y="75687"/>
                  <a:pt x="125016" y="77379"/>
                  <a:pt x="125016" y="79281"/>
                </a:cubicBezTo>
                <a:cubicBezTo>
                  <a:pt x="125016" y="85844"/>
                  <a:pt x="118036" y="89881"/>
                  <a:pt x="112358" y="86599"/>
                </a:cubicBezTo>
                <a:cubicBezTo>
                  <a:pt x="110717" y="85662"/>
                  <a:pt x="108607" y="85922"/>
                  <a:pt x="107409" y="87381"/>
                </a:cubicBezTo>
                <a:cubicBezTo>
                  <a:pt x="105221" y="90063"/>
                  <a:pt x="103476" y="93111"/>
                  <a:pt x="102226" y="96340"/>
                </a:cubicBezTo>
                <a:cubicBezTo>
                  <a:pt x="101549" y="98111"/>
                  <a:pt x="102357" y="100065"/>
                  <a:pt x="103997" y="101002"/>
                </a:cubicBezTo>
                <a:cubicBezTo>
                  <a:pt x="109701" y="104284"/>
                  <a:pt x="109701" y="112332"/>
                  <a:pt x="103997" y="115639"/>
                </a:cubicBezTo>
                <a:cubicBezTo>
                  <a:pt x="102357" y="116577"/>
                  <a:pt x="101523" y="118530"/>
                  <a:pt x="102226" y="120301"/>
                </a:cubicBezTo>
                <a:cubicBezTo>
                  <a:pt x="103476" y="123531"/>
                  <a:pt x="105221" y="126578"/>
                  <a:pt x="107409" y="129261"/>
                </a:cubicBezTo>
                <a:cubicBezTo>
                  <a:pt x="108607" y="130746"/>
                  <a:pt x="110717" y="131006"/>
                  <a:pt x="112358" y="130042"/>
                </a:cubicBezTo>
                <a:cubicBezTo>
                  <a:pt x="118036" y="126761"/>
                  <a:pt x="125016" y="130798"/>
                  <a:pt x="125016" y="137361"/>
                </a:cubicBezTo>
                <a:cubicBezTo>
                  <a:pt x="125016" y="139262"/>
                  <a:pt x="126292" y="140955"/>
                  <a:pt x="128167" y="141242"/>
                </a:cubicBezTo>
                <a:cubicBezTo>
                  <a:pt x="131527" y="141763"/>
                  <a:pt x="135147" y="141763"/>
                  <a:pt x="138507" y="141242"/>
                </a:cubicBezTo>
                <a:cubicBezTo>
                  <a:pt x="140382" y="140955"/>
                  <a:pt x="141658" y="139262"/>
                  <a:pt x="141658" y="137361"/>
                </a:cubicBezTo>
                <a:cubicBezTo>
                  <a:pt x="141658" y="130798"/>
                  <a:pt x="148638" y="126761"/>
                  <a:pt x="154316" y="130042"/>
                </a:cubicBezTo>
                <a:cubicBezTo>
                  <a:pt x="155957" y="130980"/>
                  <a:pt x="158067" y="130719"/>
                  <a:pt x="159265" y="129261"/>
                </a:cubicBezTo>
                <a:cubicBezTo>
                  <a:pt x="161452" y="126578"/>
                  <a:pt x="163197" y="123531"/>
                  <a:pt x="164448" y="120301"/>
                </a:cubicBezTo>
                <a:cubicBezTo>
                  <a:pt x="165125" y="118530"/>
                  <a:pt x="164317" y="116577"/>
                  <a:pt x="162677" y="115639"/>
                </a:cubicBezTo>
                <a:cubicBezTo>
                  <a:pt x="156973" y="112358"/>
                  <a:pt x="156973" y="104310"/>
                  <a:pt x="162677" y="101002"/>
                </a:cubicBezTo>
                <a:close/>
                <a:moveTo>
                  <a:pt x="122932" y="108347"/>
                </a:moveTo>
                <a:cubicBezTo>
                  <a:pt x="122932" y="102597"/>
                  <a:pt x="127600" y="97929"/>
                  <a:pt x="133350" y="97929"/>
                </a:cubicBezTo>
                <a:cubicBezTo>
                  <a:pt x="139100" y="97929"/>
                  <a:pt x="143768" y="102597"/>
                  <a:pt x="143768" y="108347"/>
                </a:cubicBezTo>
                <a:cubicBezTo>
                  <a:pt x="143768" y="114097"/>
                  <a:pt x="139100" y="118765"/>
                  <a:pt x="133350" y="118765"/>
                </a:cubicBezTo>
                <a:cubicBezTo>
                  <a:pt x="127600" y="118765"/>
                  <a:pt x="122932" y="114097"/>
                  <a:pt x="122932" y="1083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016180" y="30289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 Review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016180" y="321945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 team coverage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711380" y="3505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520880" y="377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655421" y="3895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41091" y="64591"/>
                  <a:pt x="27087" y="50587"/>
                  <a:pt x="27087" y="33338"/>
                </a:cubicBezTo>
                <a:cubicBezTo>
                  <a:pt x="27087" y="16088"/>
                  <a:pt x="41091" y="2084"/>
                  <a:pt x="58341" y="2084"/>
                </a:cubicBezTo>
                <a:cubicBezTo>
                  <a:pt x="75590" y="2084"/>
                  <a:pt x="89595" y="16088"/>
                  <a:pt x="89595" y="33337"/>
                </a:cubicBezTo>
                <a:cubicBezTo>
                  <a:pt x="89595" y="50587"/>
                  <a:pt x="75590" y="64591"/>
                  <a:pt x="58341" y="64591"/>
                </a:cubicBezTo>
                <a:close/>
                <a:moveTo>
                  <a:pt x="50397" y="79177"/>
                </a:moveTo>
                <a:lnTo>
                  <a:pt x="66284" y="79177"/>
                </a:lnTo>
                <a:cubicBezTo>
                  <a:pt x="68811" y="79177"/>
                  <a:pt x="70842" y="81208"/>
                  <a:pt x="70842" y="83734"/>
                </a:cubicBezTo>
                <a:cubicBezTo>
                  <a:pt x="70842" y="84828"/>
                  <a:pt x="70452" y="85870"/>
                  <a:pt x="69748" y="86704"/>
                </a:cubicBezTo>
                <a:lnTo>
                  <a:pt x="62612" y="95038"/>
                </a:lnTo>
                <a:lnTo>
                  <a:pt x="70686" y="125016"/>
                </a:lnTo>
                <a:lnTo>
                  <a:pt x="70842" y="125016"/>
                </a:lnTo>
                <a:lnTo>
                  <a:pt x="79854" y="88943"/>
                </a:lnTo>
                <a:cubicBezTo>
                  <a:pt x="80427" y="86678"/>
                  <a:pt x="82745" y="85297"/>
                  <a:pt x="84932" y="86131"/>
                </a:cubicBezTo>
                <a:cubicBezTo>
                  <a:pt x="101054" y="92277"/>
                  <a:pt x="112514" y="107904"/>
                  <a:pt x="112514" y="126188"/>
                </a:cubicBezTo>
                <a:cubicBezTo>
                  <a:pt x="112514" y="130120"/>
                  <a:pt x="109311" y="133324"/>
                  <a:pt x="105378" y="133324"/>
                </a:cubicBezTo>
                <a:lnTo>
                  <a:pt x="11303" y="133350"/>
                </a:lnTo>
                <a:cubicBezTo>
                  <a:pt x="7371" y="133350"/>
                  <a:pt x="4167" y="130146"/>
                  <a:pt x="4167" y="126214"/>
                </a:cubicBezTo>
                <a:cubicBezTo>
                  <a:pt x="4167" y="107930"/>
                  <a:pt x="15627" y="92303"/>
                  <a:pt x="31749" y="86157"/>
                </a:cubicBezTo>
                <a:cubicBezTo>
                  <a:pt x="33937" y="85323"/>
                  <a:pt x="36255" y="86704"/>
                  <a:pt x="36828" y="88969"/>
                </a:cubicBezTo>
                <a:lnTo>
                  <a:pt x="45839" y="125042"/>
                </a:lnTo>
                <a:lnTo>
                  <a:pt x="45995" y="125042"/>
                </a:lnTo>
                <a:lnTo>
                  <a:pt x="54069" y="95064"/>
                </a:lnTo>
                <a:lnTo>
                  <a:pt x="46933" y="86730"/>
                </a:lnTo>
                <a:cubicBezTo>
                  <a:pt x="46230" y="85896"/>
                  <a:pt x="45839" y="84854"/>
                  <a:pt x="45839" y="83760"/>
                </a:cubicBezTo>
                <a:cubicBezTo>
                  <a:pt x="45839" y="81234"/>
                  <a:pt x="47871" y="79203"/>
                  <a:pt x="50397" y="792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8016180" y="379095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Approval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016180" y="3981450"/>
            <a:ext cx="127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Verifies balance &amp; policy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711380" y="4267200"/>
            <a:ext cx="19050" cy="152400"/>
          </a:xfrm>
          <a:custGeom>
            <a:avLst/>
            <a:gdLst/>
            <a:ahLst/>
            <a:cxnLst/>
            <a:rect l="l" t="t" r="r" b="b"/>
            <a:pathLst>
              <a:path w="19050" h="152400">
                <a:moveTo>
                  <a:pt x="0" y="0"/>
                </a:moveTo>
                <a:lnTo>
                  <a:pt x="19050" y="0"/>
                </a:lnTo>
                <a:lnTo>
                  <a:pt x="1905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52088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663755" y="46577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65086" y="17398"/>
                </a:moveTo>
                <a:cubicBezTo>
                  <a:pt x="67795" y="13674"/>
                  <a:pt x="66961" y="8465"/>
                  <a:pt x="63237" y="5756"/>
                </a:cubicBezTo>
                <a:cubicBezTo>
                  <a:pt x="59513" y="3047"/>
                  <a:pt x="54304" y="3881"/>
                  <a:pt x="51595" y="7605"/>
                </a:cubicBezTo>
                <a:lnTo>
                  <a:pt x="23987" y="45553"/>
                </a:lnTo>
                <a:lnTo>
                  <a:pt x="14221" y="35786"/>
                </a:lnTo>
                <a:cubicBezTo>
                  <a:pt x="10965" y="32530"/>
                  <a:pt x="5678" y="32530"/>
                  <a:pt x="2422" y="35786"/>
                </a:cubicBezTo>
                <a:cubicBezTo>
                  <a:pt x="-833" y="39041"/>
                  <a:pt x="-833" y="44328"/>
                  <a:pt x="2422" y="47584"/>
                </a:cubicBezTo>
                <a:lnTo>
                  <a:pt x="19091" y="64253"/>
                </a:lnTo>
                <a:cubicBezTo>
                  <a:pt x="20810" y="65972"/>
                  <a:pt x="23206" y="66857"/>
                  <a:pt x="25628" y="66675"/>
                </a:cubicBezTo>
                <a:cubicBezTo>
                  <a:pt x="28050" y="66493"/>
                  <a:pt x="30290" y="65243"/>
                  <a:pt x="31723" y="63263"/>
                </a:cubicBezTo>
                <a:lnTo>
                  <a:pt x="65060" y="17424"/>
                </a:lnTo>
                <a:close/>
                <a:moveTo>
                  <a:pt x="98424" y="52819"/>
                </a:moveTo>
                <a:cubicBezTo>
                  <a:pt x="101132" y="49095"/>
                  <a:pt x="100299" y="43886"/>
                  <a:pt x="96575" y="41177"/>
                </a:cubicBezTo>
                <a:cubicBezTo>
                  <a:pt x="92850" y="38468"/>
                  <a:pt x="87641" y="39302"/>
                  <a:pt x="84932" y="43026"/>
                </a:cubicBezTo>
                <a:lnTo>
                  <a:pt x="40656" y="103893"/>
                </a:lnTo>
                <a:lnTo>
                  <a:pt x="22555" y="85792"/>
                </a:lnTo>
                <a:cubicBezTo>
                  <a:pt x="19299" y="82536"/>
                  <a:pt x="14012" y="82536"/>
                  <a:pt x="10757" y="85792"/>
                </a:cubicBezTo>
                <a:cubicBezTo>
                  <a:pt x="7501" y="89048"/>
                  <a:pt x="7501" y="94335"/>
                  <a:pt x="10757" y="97590"/>
                </a:cubicBezTo>
                <a:lnTo>
                  <a:pt x="35760" y="122593"/>
                </a:lnTo>
                <a:cubicBezTo>
                  <a:pt x="37479" y="124312"/>
                  <a:pt x="39875" y="125198"/>
                  <a:pt x="42297" y="125016"/>
                </a:cubicBezTo>
                <a:cubicBezTo>
                  <a:pt x="44719" y="124833"/>
                  <a:pt x="46959" y="123583"/>
                  <a:pt x="48391" y="121604"/>
                </a:cubicBezTo>
                <a:lnTo>
                  <a:pt x="98398" y="528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8016180" y="45529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Approved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016180" y="4743450"/>
            <a:ext cx="113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sent to all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330380" y="5257800"/>
            <a:ext cx="4476750" cy="1485900"/>
          </a:xfrm>
          <a:custGeom>
            <a:avLst/>
            <a:gdLst/>
            <a:ahLst/>
            <a:cxnLst/>
            <a:rect l="l" t="t" r="r" b="b"/>
            <a:pathLst>
              <a:path w="4476750" h="1485900">
                <a:moveTo>
                  <a:pt x="114295" y="0"/>
                </a:moveTo>
                <a:lnTo>
                  <a:pt x="4362455" y="0"/>
                </a:lnTo>
                <a:cubicBezTo>
                  <a:pt x="4425536" y="0"/>
                  <a:pt x="4476750" y="51214"/>
                  <a:pt x="4476750" y="114295"/>
                </a:cubicBezTo>
                <a:lnTo>
                  <a:pt x="4476750" y="1371605"/>
                </a:lnTo>
                <a:cubicBezTo>
                  <a:pt x="4476750" y="1434686"/>
                  <a:pt x="4425536" y="1485900"/>
                  <a:pt x="4362455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9" name="Text 77"/>
          <p:cNvSpPr/>
          <p:nvPr/>
        </p:nvSpPr>
        <p:spPr>
          <a:xfrm>
            <a:off x="7482780" y="5410200"/>
            <a:ext cx="424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510165" y="5734050"/>
            <a:ext cx="168016" cy="16002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1" name="Text 79"/>
          <p:cNvSpPr/>
          <p:nvPr/>
        </p:nvSpPr>
        <p:spPr>
          <a:xfrm>
            <a:off x="7725668" y="5715000"/>
            <a:ext cx="2317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balance updates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510165" y="5962650"/>
            <a:ext cx="168016" cy="16002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3" name="Text 81"/>
          <p:cNvSpPr/>
          <p:nvPr/>
        </p:nvSpPr>
        <p:spPr>
          <a:xfrm>
            <a:off x="7725668" y="5943600"/>
            <a:ext cx="238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&amp; in-app notifications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510165" y="6191250"/>
            <a:ext cx="168016" cy="16002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5" name="Text 83"/>
          <p:cNvSpPr/>
          <p:nvPr/>
        </p:nvSpPr>
        <p:spPr>
          <a:xfrm>
            <a:off x="7725668" y="6172200"/>
            <a:ext cx="17693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calendar view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7510165" y="6419850"/>
            <a:ext cx="168016" cy="16002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87" name="Text 85"/>
          <p:cNvSpPr/>
          <p:nvPr/>
        </p:nvSpPr>
        <p:spPr>
          <a:xfrm>
            <a:off x="7725668" y="6400800"/>
            <a:ext cx="1700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enforcement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748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38300"/>
            <a:ext cx="7296150" cy="838200"/>
          </a:xfrm>
          <a:custGeom>
            <a:avLst/>
            <a:gdLst/>
            <a:ahLst/>
            <a:cxnLst/>
            <a:rect l="l" t="t" r="r" b="b"/>
            <a:pathLst>
              <a:path w="7296150" h="8382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723903"/>
                </a:lnTo>
                <a:cubicBezTo>
                  <a:pt x="7296150" y="787028"/>
                  <a:pt x="7244978" y="838200"/>
                  <a:pt x="71818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638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790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1790700"/>
            <a:ext cx="585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Clock-In / Clock-Out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" y="2095500"/>
            <a:ext cx="64088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one-click attendance tracking with timestamp verification and location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050" y="2628900"/>
            <a:ext cx="7296150" cy="838200"/>
          </a:xfrm>
          <a:custGeom>
            <a:avLst/>
            <a:gdLst/>
            <a:ahLst/>
            <a:cxnLst/>
            <a:rect l="l" t="t" r="r" b="b"/>
            <a:pathLst>
              <a:path w="7296150" h="8382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723903"/>
                </a:lnTo>
                <a:cubicBezTo>
                  <a:pt x="7296150" y="787028"/>
                  <a:pt x="7244978" y="838200"/>
                  <a:pt x="71818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628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2781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6275" y="2895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2781300"/>
            <a:ext cx="551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" y="3086100"/>
            <a:ext cx="619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attendance dashboard showing who's present, late, or absent across all teams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0050" y="3619500"/>
            <a:ext cx="7296150" cy="838200"/>
          </a:xfrm>
          <a:custGeom>
            <a:avLst/>
            <a:gdLst/>
            <a:ahLst/>
            <a:cxnLst/>
            <a:rect l="l" t="t" r="r" b="b"/>
            <a:pathLst>
              <a:path w="7296150" h="8382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723903"/>
                </a:lnTo>
                <a:cubicBezTo>
                  <a:pt x="7296150" y="787028"/>
                  <a:pt x="7244978" y="838200"/>
                  <a:pt x="71818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6195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771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5325" y="3886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37719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Leave Balance Tracking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" y="4076700"/>
            <a:ext cx="56401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calculation of vacation days, sick leave, and other entitlements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0050" y="4610100"/>
            <a:ext cx="7296150" cy="838200"/>
          </a:xfrm>
          <a:custGeom>
            <a:avLst/>
            <a:gdLst/>
            <a:ahLst/>
            <a:cxnLst/>
            <a:rect l="l" t="t" r="r" b="b"/>
            <a:pathLst>
              <a:path w="7296150" h="8382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723903"/>
                </a:lnTo>
                <a:cubicBezTo>
                  <a:pt x="7296150" y="787028"/>
                  <a:pt x="7244978" y="838200"/>
                  <a:pt x="71818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4610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476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4850" y="48768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4762500"/>
            <a:ext cx="591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Reports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" y="5067300"/>
            <a:ext cx="6333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monthly attendance summaries, overtime calculations, and compliance reports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1000" y="381000"/>
            <a:ext cx="3810000" cy="4019550"/>
          </a:xfrm>
          <a:custGeom>
            <a:avLst/>
            <a:gdLst/>
            <a:ahLst/>
            <a:cxnLst/>
            <a:rect l="l" t="t" r="r" b="b"/>
            <a:pathLst>
              <a:path w="3810000" h="4019550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3867150"/>
                </a:lnTo>
                <a:cubicBezTo>
                  <a:pt x="3810000" y="3951262"/>
                  <a:pt x="3741712" y="4019550"/>
                  <a:pt x="3657600" y="4019550"/>
                </a:cubicBezTo>
                <a:lnTo>
                  <a:pt x="152400" y="4019550"/>
                </a:lnTo>
                <a:cubicBezTo>
                  <a:pt x="68288" y="4019550"/>
                  <a:pt x="0" y="3951262"/>
                  <a:pt x="0" y="386715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100000">
                <a:srgbClr val="4A5568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8229600" y="647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534400" y="6096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Interactions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9600" y="1028700"/>
            <a:ext cx="3352800" cy="571500"/>
          </a:xfrm>
          <a:custGeom>
            <a:avLst/>
            <a:gdLst/>
            <a:ahLst/>
            <a:cxnLst/>
            <a:rect l="l" t="t" r="r" b="b"/>
            <a:pathLst>
              <a:path w="3352800" h="571500">
                <a:moveTo>
                  <a:pt x="76198" y="0"/>
                </a:moveTo>
                <a:lnTo>
                  <a:pt x="3276602" y="0"/>
                </a:lnTo>
                <a:cubicBezTo>
                  <a:pt x="3318685" y="0"/>
                  <a:pt x="3352800" y="34115"/>
                  <a:pt x="3352800" y="76198"/>
                </a:cubicBezTo>
                <a:lnTo>
                  <a:pt x="3352800" y="495302"/>
                </a:lnTo>
                <a:cubicBezTo>
                  <a:pt x="3352800" y="537385"/>
                  <a:pt x="3318685" y="571500"/>
                  <a:pt x="32766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72475" y="1238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648699" y="1143000"/>
            <a:ext cx="2048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48700" y="1333500"/>
            <a:ext cx="2034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 in/out, view records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29600" y="1714500"/>
            <a:ext cx="3352800" cy="571500"/>
          </a:xfrm>
          <a:custGeom>
            <a:avLst/>
            <a:gdLst/>
            <a:ahLst/>
            <a:cxnLst/>
            <a:rect l="l" t="t" r="r" b="b"/>
            <a:pathLst>
              <a:path w="3352800" h="571500">
                <a:moveTo>
                  <a:pt x="76198" y="0"/>
                </a:moveTo>
                <a:lnTo>
                  <a:pt x="3276602" y="0"/>
                </a:lnTo>
                <a:cubicBezTo>
                  <a:pt x="3318685" y="0"/>
                  <a:pt x="3352800" y="34115"/>
                  <a:pt x="3352800" y="76198"/>
                </a:cubicBezTo>
                <a:lnTo>
                  <a:pt x="3352800" y="495302"/>
                </a:lnTo>
                <a:cubicBezTo>
                  <a:pt x="3352800" y="537385"/>
                  <a:pt x="3318685" y="571500"/>
                  <a:pt x="32766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343900" y="19240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8648699" y="1828800"/>
            <a:ext cx="19635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48700" y="2019300"/>
            <a:ext cx="1949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team attendance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0" y="2400300"/>
            <a:ext cx="3352800" cy="571500"/>
          </a:xfrm>
          <a:custGeom>
            <a:avLst/>
            <a:gdLst/>
            <a:ahLst/>
            <a:cxnLst/>
            <a:rect l="l" t="t" r="r" b="b"/>
            <a:pathLst>
              <a:path w="3352800" h="571500">
                <a:moveTo>
                  <a:pt x="76198" y="0"/>
                </a:moveTo>
                <a:lnTo>
                  <a:pt x="3276602" y="0"/>
                </a:lnTo>
                <a:cubicBezTo>
                  <a:pt x="3318685" y="0"/>
                  <a:pt x="3352800" y="34115"/>
                  <a:pt x="3352800" y="76198"/>
                </a:cubicBezTo>
                <a:lnTo>
                  <a:pt x="3352800" y="495302"/>
                </a:lnTo>
                <a:cubicBezTo>
                  <a:pt x="3352800" y="537385"/>
                  <a:pt x="3318685" y="571500"/>
                  <a:pt x="32766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72475" y="26098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8648699" y="2514600"/>
            <a:ext cx="26180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48700" y="2705100"/>
            <a:ext cx="26037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reports, manage policies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05763" y="4557713"/>
            <a:ext cx="3800475" cy="1914525"/>
          </a:xfrm>
          <a:custGeom>
            <a:avLst/>
            <a:gdLst/>
            <a:ahLst/>
            <a:cxnLst/>
            <a:rect l="l" t="t" r="r" b="b"/>
            <a:pathLst>
              <a:path w="3800475" h="1914525">
                <a:moveTo>
                  <a:pt x="114297" y="0"/>
                </a:moveTo>
                <a:lnTo>
                  <a:pt x="3686178" y="0"/>
                </a:lnTo>
                <a:cubicBezTo>
                  <a:pt x="3749260" y="0"/>
                  <a:pt x="3800475" y="51215"/>
                  <a:pt x="3800475" y="114297"/>
                </a:cubicBezTo>
                <a:lnTo>
                  <a:pt x="3800475" y="1800228"/>
                </a:lnTo>
                <a:cubicBezTo>
                  <a:pt x="3800475" y="1863310"/>
                  <a:pt x="3749260" y="1914525"/>
                  <a:pt x="36861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4837" y="4800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8420100" y="475297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29600" y="51720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8467725" y="5133975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timesheets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29600" y="5476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8467725" y="543877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attendance disputes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29600" y="57816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8467725" y="574357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visibility for managers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29600" y="6086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8467725" y="604837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payroll calculations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38100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7296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&amp; Performance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716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38300"/>
            <a:ext cx="7105650" cy="1066800"/>
          </a:xfrm>
          <a:custGeom>
            <a:avLst/>
            <a:gdLst/>
            <a:ahLst/>
            <a:cxnLst/>
            <a:rect l="l" t="t" r="r" b="b"/>
            <a:pathLst>
              <a:path w="7105650" h="10668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952503"/>
                </a:lnTo>
                <a:cubicBezTo>
                  <a:pt x="7105650" y="1015628"/>
                  <a:pt x="7054478" y="1066800"/>
                  <a:pt x="69913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00049" y="1638300"/>
            <a:ext cx="45719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571499" y="1790700"/>
            <a:ext cx="420329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905000"/>
            <a:ext cx="168132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1790700"/>
            <a:ext cx="6987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Creation &amp; 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04900" y="20955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Managers create tasks with descriptions, priorities, deadlines, and assign them to team members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0050" y="28575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49" y="2857500"/>
            <a:ext cx="45719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499" y="3009900"/>
            <a:ext cx="420329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124200"/>
            <a:ext cx="168132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4392" y="2933700"/>
            <a:ext cx="651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4900" y="3314700"/>
            <a:ext cx="650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tracking of task status, completion percentage, and time spent on each activity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00050" y="38481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00049" y="3848100"/>
            <a:ext cx="45719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499" y="4000500"/>
            <a:ext cx="420329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114800"/>
            <a:ext cx="168132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3924300"/>
            <a:ext cx="5485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Deadline Management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4900" y="4305300"/>
            <a:ext cx="5474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reminders for upcoming deadlines and alerts for overdue tasks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00050" y="4838700"/>
            <a:ext cx="7105650" cy="838200"/>
          </a:xfrm>
          <a:custGeom>
            <a:avLst/>
            <a:gdLst/>
            <a:ahLst/>
            <a:cxnLst/>
            <a:rect l="l" t="t" r="r" b="b"/>
            <a:pathLst>
              <a:path w="7105650" h="838200">
                <a:moveTo>
                  <a:pt x="38100" y="0"/>
                </a:moveTo>
                <a:lnTo>
                  <a:pt x="6991353" y="0"/>
                </a:lnTo>
                <a:cubicBezTo>
                  <a:pt x="7054478" y="0"/>
                  <a:pt x="7105650" y="51172"/>
                  <a:pt x="7105650" y="114297"/>
                </a:cubicBezTo>
                <a:lnTo>
                  <a:pt x="7105650" y="723903"/>
                </a:lnTo>
                <a:cubicBezTo>
                  <a:pt x="7105650" y="787028"/>
                  <a:pt x="7054478" y="838200"/>
                  <a:pt x="69913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049" y="4838700"/>
            <a:ext cx="45719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499" y="4991100"/>
            <a:ext cx="420329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5105400"/>
            <a:ext cx="168132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4914900"/>
            <a:ext cx="6819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04900" y="5295900"/>
            <a:ext cx="6809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tracking, productivity analytics, and performance dashboards for data-driven evaluations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810500" y="381000"/>
            <a:ext cx="4000500" cy="2819400"/>
          </a:xfrm>
          <a:custGeom>
            <a:avLst/>
            <a:gdLst/>
            <a:ahLst/>
            <a:cxnLst/>
            <a:rect l="l" t="t" r="r" b="b"/>
            <a:pathLst>
              <a:path w="4000500" h="2819400">
                <a:moveTo>
                  <a:pt x="152389" y="0"/>
                </a:moveTo>
                <a:lnTo>
                  <a:pt x="3848111" y="0"/>
                </a:lnTo>
                <a:cubicBezTo>
                  <a:pt x="3932217" y="0"/>
                  <a:pt x="4000500" y="68283"/>
                  <a:pt x="4000500" y="152389"/>
                </a:cubicBezTo>
                <a:lnTo>
                  <a:pt x="4000500" y="2667011"/>
                </a:lnTo>
                <a:cubicBezTo>
                  <a:pt x="4000500" y="2751173"/>
                  <a:pt x="3932273" y="2819400"/>
                  <a:pt x="3848111" y="2819400"/>
                </a:cubicBezTo>
                <a:lnTo>
                  <a:pt x="152389" y="2819400"/>
                </a:lnTo>
                <a:cubicBezTo>
                  <a:pt x="68283" y="2819400"/>
                  <a:pt x="0" y="2751117"/>
                  <a:pt x="0" y="2667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/>
              </a:gs>
              <a:gs pos="100000">
                <a:srgbClr val="047857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8014097" y="619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0075" y="5715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Dashboard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01000" y="952500"/>
            <a:ext cx="3619500" cy="609600"/>
          </a:xfrm>
          <a:custGeom>
            <a:avLst/>
            <a:gdLst/>
            <a:ahLst/>
            <a:cxnLst/>
            <a:rect l="l" t="t" r="r" b="b"/>
            <a:pathLst>
              <a:path w="3619500" h="609600">
                <a:moveTo>
                  <a:pt x="76200" y="0"/>
                </a:moveTo>
                <a:lnTo>
                  <a:pt x="3543300" y="0"/>
                </a:lnTo>
                <a:cubicBezTo>
                  <a:pt x="3585356" y="0"/>
                  <a:pt x="3619500" y="34144"/>
                  <a:pt x="3619500" y="76200"/>
                </a:cubicBezTo>
                <a:lnTo>
                  <a:pt x="3619500" y="533400"/>
                </a:lnTo>
                <a:cubicBezTo>
                  <a:pt x="3619500" y="575456"/>
                  <a:pt x="3585356" y="609600"/>
                  <a:pt x="3543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115300" y="11049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Tasks Completed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91875" y="1066800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15300" y="1371600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15300" y="1371600"/>
            <a:ext cx="2952750" cy="76200"/>
          </a:xfrm>
          <a:custGeom>
            <a:avLst/>
            <a:gdLst/>
            <a:ahLst/>
            <a:cxnLst/>
            <a:rect l="l" t="t" r="r" b="b"/>
            <a:pathLst>
              <a:path w="2952750" h="76200">
                <a:moveTo>
                  <a:pt x="38100" y="0"/>
                </a:moveTo>
                <a:lnTo>
                  <a:pt x="2914650" y="0"/>
                </a:lnTo>
                <a:cubicBezTo>
                  <a:pt x="2935678" y="0"/>
                  <a:pt x="2952750" y="17072"/>
                  <a:pt x="2952750" y="38100"/>
                </a:cubicBezTo>
                <a:lnTo>
                  <a:pt x="2952750" y="38100"/>
                </a:lnTo>
                <a:cubicBezTo>
                  <a:pt x="2952750" y="59128"/>
                  <a:pt x="2935678" y="76200"/>
                  <a:pt x="29146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001000" y="1676400"/>
            <a:ext cx="3619500" cy="609600"/>
          </a:xfrm>
          <a:custGeom>
            <a:avLst/>
            <a:gdLst/>
            <a:ahLst/>
            <a:cxnLst/>
            <a:rect l="l" t="t" r="r" b="b"/>
            <a:pathLst>
              <a:path w="3619500" h="609600">
                <a:moveTo>
                  <a:pt x="76200" y="0"/>
                </a:moveTo>
                <a:lnTo>
                  <a:pt x="3543300" y="0"/>
                </a:lnTo>
                <a:cubicBezTo>
                  <a:pt x="3585356" y="0"/>
                  <a:pt x="3619500" y="34144"/>
                  <a:pt x="3619500" y="76200"/>
                </a:cubicBezTo>
                <a:lnTo>
                  <a:pt x="3619500" y="533400"/>
                </a:lnTo>
                <a:cubicBezTo>
                  <a:pt x="3619500" y="575456"/>
                  <a:pt x="3585356" y="609600"/>
                  <a:pt x="3543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115299" y="18288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183987" y="179070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15300" y="2095500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115300" y="2095500"/>
            <a:ext cx="3124200" cy="76200"/>
          </a:xfrm>
          <a:custGeom>
            <a:avLst/>
            <a:gdLst/>
            <a:ahLst/>
            <a:cxnLst/>
            <a:rect l="l" t="t" r="r" b="b"/>
            <a:pathLst>
              <a:path w="3124200" h="76200">
                <a:moveTo>
                  <a:pt x="38100" y="0"/>
                </a:moveTo>
                <a:lnTo>
                  <a:pt x="3086100" y="0"/>
                </a:lnTo>
                <a:cubicBezTo>
                  <a:pt x="3107128" y="0"/>
                  <a:pt x="3124200" y="17072"/>
                  <a:pt x="3124200" y="38100"/>
                </a:cubicBezTo>
                <a:lnTo>
                  <a:pt x="3124200" y="38100"/>
                </a:lnTo>
                <a:cubicBezTo>
                  <a:pt x="3124200" y="59128"/>
                  <a:pt x="3107128" y="76200"/>
                  <a:pt x="3086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2400300"/>
            <a:ext cx="3619500" cy="609600"/>
          </a:xfrm>
          <a:custGeom>
            <a:avLst/>
            <a:gdLst/>
            <a:ahLst/>
            <a:cxnLst/>
            <a:rect l="l" t="t" r="r" b="b"/>
            <a:pathLst>
              <a:path w="3619500" h="609600">
                <a:moveTo>
                  <a:pt x="76200" y="0"/>
                </a:moveTo>
                <a:lnTo>
                  <a:pt x="3543300" y="0"/>
                </a:lnTo>
                <a:cubicBezTo>
                  <a:pt x="3585356" y="0"/>
                  <a:pt x="3619500" y="34144"/>
                  <a:pt x="3619500" y="76200"/>
                </a:cubicBezTo>
                <a:lnTo>
                  <a:pt x="3619500" y="533400"/>
                </a:lnTo>
                <a:cubicBezTo>
                  <a:pt x="3619500" y="575456"/>
                  <a:pt x="3585356" y="609600"/>
                  <a:pt x="3543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115300" y="25527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191875" y="2514600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15300" y="2819400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115300" y="2819400"/>
            <a:ext cx="2647950" cy="76200"/>
          </a:xfrm>
          <a:custGeom>
            <a:avLst/>
            <a:gdLst/>
            <a:ahLst/>
            <a:cxnLst/>
            <a:rect l="l" t="t" r="r" b="b"/>
            <a:pathLst>
              <a:path w="2647950" h="76200">
                <a:moveTo>
                  <a:pt x="38100" y="0"/>
                </a:moveTo>
                <a:lnTo>
                  <a:pt x="2609850" y="0"/>
                </a:lnTo>
                <a:cubicBezTo>
                  <a:pt x="2630878" y="0"/>
                  <a:pt x="2647950" y="17072"/>
                  <a:pt x="2647950" y="38100"/>
                </a:cubicBezTo>
                <a:lnTo>
                  <a:pt x="2647950" y="38100"/>
                </a:lnTo>
                <a:cubicBezTo>
                  <a:pt x="2647950" y="59128"/>
                  <a:pt x="2630878" y="76200"/>
                  <a:pt x="2609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810500" y="3352800"/>
            <a:ext cx="4000500" cy="2400300"/>
          </a:xfrm>
          <a:custGeom>
            <a:avLst/>
            <a:gdLst/>
            <a:ahLst/>
            <a:cxnLst/>
            <a:rect l="l" t="t" r="r" b="b"/>
            <a:pathLst>
              <a:path w="4000500" h="2400300">
                <a:moveTo>
                  <a:pt x="114302" y="0"/>
                </a:moveTo>
                <a:lnTo>
                  <a:pt x="3886198" y="0"/>
                </a:lnTo>
                <a:cubicBezTo>
                  <a:pt x="3949283" y="0"/>
                  <a:pt x="4000500" y="51217"/>
                  <a:pt x="4000500" y="114302"/>
                </a:cubicBezTo>
                <a:lnTo>
                  <a:pt x="4000500" y="2285998"/>
                </a:lnTo>
                <a:cubicBezTo>
                  <a:pt x="4000500" y="2349083"/>
                  <a:pt x="3949283" y="2400300"/>
                  <a:pt x="38861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8003381" y="3590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8267699" y="3543300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Interactions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01000" y="3924300"/>
            <a:ext cx="3619500" cy="495300"/>
          </a:xfrm>
          <a:custGeom>
            <a:avLst/>
            <a:gdLst/>
            <a:ahLst/>
            <a:cxnLst/>
            <a:rect l="l" t="t" r="r" b="b"/>
            <a:pathLst>
              <a:path w="3619500" h="495300">
                <a:moveTo>
                  <a:pt x="76202" y="0"/>
                </a:moveTo>
                <a:lnTo>
                  <a:pt x="3543298" y="0"/>
                </a:lnTo>
                <a:cubicBezTo>
                  <a:pt x="3585383" y="0"/>
                  <a:pt x="3619500" y="34117"/>
                  <a:pt x="3619500" y="76202"/>
                </a:cubicBezTo>
                <a:lnTo>
                  <a:pt x="3619500" y="419098"/>
                </a:lnTo>
                <a:cubicBezTo>
                  <a:pt x="3619500" y="461183"/>
                  <a:pt x="3585383" y="495300"/>
                  <a:pt x="35432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077200" y="40957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8382000" y="4000500"/>
            <a:ext cx="250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81999" y="4191000"/>
            <a:ext cx="24939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tasks, monitor progress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01000" y="4495800"/>
            <a:ext cx="3619500" cy="495300"/>
          </a:xfrm>
          <a:custGeom>
            <a:avLst/>
            <a:gdLst/>
            <a:ahLst/>
            <a:cxnLst/>
            <a:rect l="l" t="t" r="r" b="b"/>
            <a:pathLst>
              <a:path w="3619500" h="495300">
                <a:moveTo>
                  <a:pt x="76202" y="0"/>
                </a:moveTo>
                <a:lnTo>
                  <a:pt x="3543298" y="0"/>
                </a:lnTo>
                <a:cubicBezTo>
                  <a:pt x="3585383" y="0"/>
                  <a:pt x="3619500" y="34117"/>
                  <a:pt x="3619500" y="76202"/>
                </a:cubicBezTo>
                <a:lnTo>
                  <a:pt x="3619500" y="419098"/>
                </a:lnTo>
                <a:cubicBezTo>
                  <a:pt x="3619500" y="461183"/>
                  <a:pt x="3585383" y="495300"/>
                  <a:pt x="35432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8105775" y="4667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8" name="Text 56"/>
          <p:cNvSpPr/>
          <p:nvPr/>
        </p:nvSpPr>
        <p:spPr>
          <a:xfrm>
            <a:off x="8381999" y="4572000"/>
            <a:ext cx="2463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382000" y="4762500"/>
            <a:ext cx="24483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status, complete tasks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001000" y="5067300"/>
            <a:ext cx="3619500" cy="495300"/>
          </a:xfrm>
          <a:custGeom>
            <a:avLst/>
            <a:gdLst/>
            <a:ahLst/>
            <a:cxnLst/>
            <a:rect l="l" t="t" r="r" b="b"/>
            <a:pathLst>
              <a:path w="3619500" h="495300">
                <a:moveTo>
                  <a:pt x="76202" y="0"/>
                </a:moveTo>
                <a:lnTo>
                  <a:pt x="3543298" y="0"/>
                </a:lnTo>
                <a:cubicBezTo>
                  <a:pt x="3585383" y="0"/>
                  <a:pt x="3619500" y="34117"/>
                  <a:pt x="3619500" y="76202"/>
                </a:cubicBezTo>
                <a:lnTo>
                  <a:pt x="3619500" y="419098"/>
                </a:lnTo>
                <a:cubicBezTo>
                  <a:pt x="3619500" y="461183"/>
                  <a:pt x="3585383" y="495300"/>
                  <a:pt x="35432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105775" y="5238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8382000" y="5143500"/>
            <a:ext cx="2144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382000" y="5334000"/>
            <a:ext cx="21290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performance data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38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C3A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748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740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Llama 3.3 70B to transform HR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28800"/>
            <a:ext cx="7296150" cy="1066800"/>
          </a:xfrm>
          <a:custGeom>
            <a:avLst/>
            <a:gdLst/>
            <a:ahLst/>
            <a:cxnLst/>
            <a:rect l="l" t="t" r="r" b="b"/>
            <a:pathLst>
              <a:path w="7296150" h="10668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952503"/>
                </a:lnTo>
                <a:cubicBezTo>
                  <a:pt x="7296150" y="1015628"/>
                  <a:pt x="7244978" y="1066800"/>
                  <a:pt x="71818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8288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1038" y="2114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1981200"/>
            <a:ext cx="644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Recruitment Assistant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2286000"/>
            <a:ext cx="643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screening of candidates with automated ranking based on job requirements and CV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48000"/>
            <a:ext cx="7296150" cy="1066800"/>
          </a:xfrm>
          <a:custGeom>
            <a:avLst/>
            <a:gdLst/>
            <a:ahLst/>
            <a:cxnLst/>
            <a:rect l="l" t="t" r="r" b="b"/>
            <a:pathLst>
              <a:path w="7296150" h="10668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952503"/>
                </a:lnTo>
                <a:cubicBezTo>
                  <a:pt x="7296150" y="1015628"/>
                  <a:pt x="7244978" y="1066800"/>
                  <a:pt x="71818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400050" y="30480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8663" y="3333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200400"/>
            <a:ext cx="644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Summarization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" y="3505200"/>
            <a:ext cx="643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extraction of key information from resumes, highlighting skills, experience, and qualifications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267200"/>
            <a:ext cx="7296150" cy="1066800"/>
          </a:xfrm>
          <a:custGeom>
            <a:avLst/>
            <a:gdLst/>
            <a:ahLst/>
            <a:cxnLst/>
            <a:rect l="l" t="t" r="r" b="b"/>
            <a:pathLst>
              <a:path w="7296150" h="10668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952503"/>
                </a:lnTo>
                <a:cubicBezTo>
                  <a:pt x="7296150" y="1015628"/>
                  <a:pt x="7244978" y="1066800"/>
                  <a:pt x="71818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400050" y="42672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6756" y="4552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4419600"/>
            <a:ext cx="644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Candidate Matching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4724400"/>
            <a:ext cx="643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scoring system that matches candidates to job openings based on skills, experience, and cultural fit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5486400"/>
            <a:ext cx="7296150" cy="1066800"/>
          </a:xfrm>
          <a:custGeom>
            <a:avLst/>
            <a:gdLst/>
            <a:ahLst/>
            <a:cxnLst/>
            <a:rect l="l" t="t" r="r" b="b"/>
            <a:pathLst>
              <a:path w="7296150" h="1066800">
                <a:moveTo>
                  <a:pt x="38100" y="0"/>
                </a:moveTo>
                <a:lnTo>
                  <a:pt x="7181853" y="0"/>
                </a:lnTo>
                <a:cubicBezTo>
                  <a:pt x="7244978" y="0"/>
                  <a:pt x="7296150" y="51172"/>
                  <a:pt x="7296150" y="114297"/>
                </a:cubicBezTo>
                <a:lnTo>
                  <a:pt x="7296150" y="952503"/>
                </a:lnTo>
                <a:cubicBezTo>
                  <a:pt x="7296150" y="1015628"/>
                  <a:pt x="7244978" y="1066800"/>
                  <a:pt x="718185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0050" y="54864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1500" y="563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4850" y="577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5638800"/>
            <a:ext cx="644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Analytics Summaries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1100" y="5943600"/>
            <a:ext cx="643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insights from HR data, identifying trends, patterns, and actionable recommendations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0" y="381000"/>
            <a:ext cx="3810000" cy="3695700"/>
          </a:xfrm>
          <a:custGeom>
            <a:avLst/>
            <a:gdLst/>
            <a:ahLst/>
            <a:cxnLst/>
            <a:rect l="l" t="t" r="r" b="b"/>
            <a:pathLst>
              <a:path w="3810000" h="3695700">
                <a:moveTo>
                  <a:pt x="152411" y="0"/>
                </a:moveTo>
                <a:lnTo>
                  <a:pt x="3657589" y="0"/>
                </a:lnTo>
                <a:cubicBezTo>
                  <a:pt x="3741763" y="0"/>
                  <a:pt x="3810000" y="68237"/>
                  <a:pt x="3810000" y="152411"/>
                </a:cubicBezTo>
                <a:lnTo>
                  <a:pt x="3810000" y="3543289"/>
                </a:lnTo>
                <a:cubicBezTo>
                  <a:pt x="3810000" y="3627463"/>
                  <a:pt x="3741763" y="3695700"/>
                  <a:pt x="3657589" y="3695700"/>
                </a:cubicBezTo>
                <a:lnTo>
                  <a:pt x="152411" y="3695700"/>
                </a:lnTo>
                <a:cubicBezTo>
                  <a:pt x="68237" y="3695700"/>
                  <a:pt x="0" y="3627463"/>
                  <a:pt x="0" y="35432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53412" y="647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725" y="609600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AI Features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7700" y="1174600"/>
            <a:ext cx="149068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55270" y="1079350"/>
            <a:ext cx="32198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Insights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51068" y="1380564"/>
            <a:ext cx="3209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analysis of team performance and productivity patterns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36744" y="2002265"/>
            <a:ext cx="223602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565355" y="195901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Q&amp;A System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51067" y="2273450"/>
            <a:ext cx="31999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queries about HR policies and system features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36744" y="3022338"/>
            <a:ext cx="173913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565356" y="2876549"/>
            <a:ext cx="31701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Notifications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64628" y="3228414"/>
            <a:ext cx="31602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alerts for important HR events and deadlines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01000" y="4229100"/>
            <a:ext cx="3810000" cy="2247900"/>
          </a:xfrm>
          <a:custGeom>
            <a:avLst/>
            <a:gdLst/>
            <a:ahLst/>
            <a:cxnLst/>
            <a:rect l="l" t="t" r="r" b="b"/>
            <a:pathLst>
              <a:path w="3810000" h="2247900">
                <a:moveTo>
                  <a:pt x="114306" y="0"/>
                </a:moveTo>
                <a:lnTo>
                  <a:pt x="3695694" y="0"/>
                </a:lnTo>
                <a:cubicBezTo>
                  <a:pt x="3758824" y="0"/>
                  <a:pt x="3810000" y="51176"/>
                  <a:pt x="3810000" y="114306"/>
                </a:cubicBezTo>
                <a:lnTo>
                  <a:pt x="3810000" y="2133594"/>
                </a:lnTo>
                <a:cubicBezTo>
                  <a:pt x="3810000" y="2196724"/>
                  <a:pt x="3758824" y="2247900"/>
                  <a:pt x="3695694" y="2247900"/>
                </a:cubicBezTo>
                <a:lnTo>
                  <a:pt x="114306" y="2247900"/>
                </a:lnTo>
                <a:cubicBezTo>
                  <a:pt x="51176" y="2247900"/>
                  <a:pt x="0" y="2196724"/>
                  <a:pt x="0" y="21335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15313" y="4467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410575" y="441960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91500" y="480060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48650" y="491490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↓70%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77225" y="52197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963150" y="480060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020300" y="491490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↑3x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048875" y="52197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Hiring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91500" y="560070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8248650" y="571500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↑85%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77225" y="60198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Accuracy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963150" y="560070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020300" y="5715000"/>
            <a:ext cx="154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↓50%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048875" y="60198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Time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Compliance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52563"/>
            <a:ext cx="3276600" cy="2428875"/>
          </a:xfrm>
          <a:custGeom>
            <a:avLst/>
            <a:gdLst/>
            <a:ahLst/>
            <a:cxnLst/>
            <a:rect l="l" t="t" r="r" b="b"/>
            <a:pathLst>
              <a:path w="3276600" h="2428875">
                <a:moveTo>
                  <a:pt x="114303" y="0"/>
                </a:moveTo>
                <a:lnTo>
                  <a:pt x="3162297" y="0"/>
                </a:lnTo>
                <a:cubicBezTo>
                  <a:pt x="3225383" y="0"/>
                  <a:pt x="3276600" y="51217"/>
                  <a:pt x="3276600" y="114303"/>
                </a:cubicBezTo>
                <a:lnTo>
                  <a:pt x="3276600" y="2314572"/>
                </a:lnTo>
                <a:cubicBezTo>
                  <a:pt x="3276600" y="2377658"/>
                  <a:pt x="3225383" y="2428875"/>
                  <a:pt x="3162297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>
                  <a:alpha val="10000"/>
                </a:srgbClr>
              </a:gs>
              <a:gs pos="100000">
                <a:srgbClr val="DC2626">
                  <a:alpha val="5000"/>
                </a:srgbClr>
              </a:gs>
            </a:gsLst>
            <a:lin ang="2700000" scaled="1"/>
          </a:gra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02469" y="17811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74307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219325"/>
            <a:ext cx="308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permission system ensuring users only access data relevant to their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1025" y="2790825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1025" y="2790825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Role Levels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56581" y="2790825"/>
            <a:ext cx="1028700" cy="228600"/>
          </a:xfrm>
          <a:custGeom>
            <a:avLst/>
            <a:gdLst/>
            <a:ahLst/>
            <a:cxnLst/>
            <a:rect l="l" t="t" r="r" b="b"/>
            <a:pathLst>
              <a:path w="1028700" h="228600">
                <a:moveTo>
                  <a:pt x="38101" y="0"/>
                </a:moveTo>
                <a:lnTo>
                  <a:pt x="990599" y="0"/>
                </a:lnTo>
                <a:cubicBezTo>
                  <a:pt x="1011642" y="0"/>
                  <a:pt x="1028700" y="17058"/>
                  <a:pt x="1028700" y="38101"/>
                </a:cubicBezTo>
                <a:lnTo>
                  <a:pt x="1028700" y="190499"/>
                </a:lnTo>
                <a:cubicBezTo>
                  <a:pt x="1028700" y="211542"/>
                  <a:pt x="1011642" y="228600"/>
                  <a:pt x="990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6581" y="2790825"/>
            <a:ext cx="1085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Permission Matrix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353" y="1452563"/>
            <a:ext cx="3276600" cy="2428875"/>
          </a:xfrm>
          <a:custGeom>
            <a:avLst/>
            <a:gdLst/>
            <a:ahLst/>
            <a:cxnLst/>
            <a:rect l="l" t="t" r="r" b="b"/>
            <a:pathLst>
              <a:path w="3276600" h="2428875">
                <a:moveTo>
                  <a:pt x="114303" y="0"/>
                </a:moveTo>
                <a:lnTo>
                  <a:pt x="3162297" y="0"/>
                </a:lnTo>
                <a:cubicBezTo>
                  <a:pt x="3225383" y="0"/>
                  <a:pt x="3276600" y="51217"/>
                  <a:pt x="3276600" y="114303"/>
                </a:cubicBezTo>
                <a:lnTo>
                  <a:pt x="3276600" y="2314572"/>
                </a:lnTo>
                <a:cubicBezTo>
                  <a:pt x="3276600" y="2377658"/>
                  <a:pt x="3225383" y="2428875"/>
                  <a:pt x="3162297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761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50965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89115" y="1743075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17615" y="2219325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authentication with JWT tokens and session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17615" y="2790825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017615" y="2790825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 Support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96148" y="2790825"/>
            <a:ext cx="809625" cy="228600"/>
          </a:xfrm>
          <a:custGeom>
            <a:avLst/>
            <a:gdLst/>
            <a:ahLst/>
            <a:cxnLst/>
            <a:rect l="l" t="t" r="r" b="b"/>
            <a:pathLst>
              <a:path w="809625" h="228600">
                <a:moveTo>
                  <a:pt x="38101" y="0"/>
                </a:moveTo>
                <a:lnTo>
                  <a:pt x="771524" y="0"/>
                </a:lnTo>
                <a:cubicBezTo>
                  <a:pt x="792567" y="0"/>
                  <a:pt x="809625" y="17058"/>
                  <a:pt x="809625" y="38101"/>
                </a:cubicBezTo>
                <a:lnTo>
                  <a:pt x="809625" y="190499"/>
                </a:lnTo>
                <a:cubicBezTo>
                  <a:pt x="809625" y="211542"/>
                  <a:pt x="792567" y="228600"/>
                  <a:pt x="771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6148" y="2790825"/>
            <a:ext cx="866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 Ready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4043363"/>
            <a:ext cx="3276600" cy="2428875"/>
          </a:xfrm>
          <a:custGeom>
            <a:avLst/>
            <a:gdLst/>
            <a:ahLst/>
            <a:cxnLst/>
            <a:rect l="l" t="t" r="r" b="b"/>
            <a:pathLst>
              <a:path w="3276600" h="2428875">
                <a:moveTo>
                  <a:pt x="114303" y="0"/>
                </a:moveTo>
                <a:lnTo>
                  <a:pt x="3162297" y="0"/>
                </a:lnTo>
                <a:cubicBezTo>
                  <a:pt x="3225383" y="0"/>
                  <a:pt x="3276600" y="51217"/>
                  <a:pt x="3276600" y="114303"/>
                </a:cubicBezTo>
                <a:lnTo>
                  <a:pt x="3276600" y="2314572"/>
                </a:lnTo>
                <a:cubicBezTo>
                  <a:pt x="3276600" y="2377658"/>
                  <a:pt x="3225383" y="2428875"/>
                  <a:pt x="3162297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>
                  <a:alpha val="10000"/>
                </a:srgbClr>
              </a:gs>
              <a:gs pos="100000">
                <a:srgbClr val="059669">
                  <a:alpha val="5000"/>
                </a:srgbClr>
              </a:gs>
            </a:gsLst>
            <a:lin ang="2700000" scaled="1"/>
          </a:gradFill>
          <a:ln w="12700">
            <a:solidFill>
              <a:srgbClr val="059669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1025" y="4238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8188" y="43719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525" y="43338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Encryption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1025" y="4810125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encryption for sensitive data at rest and in transit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1025" y="5381625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38101" y="0"/>
                </a:moveTo>
                <a:lnTo>
                  <a:pt x="552449" y="0"/>
                </a:lnTo>
                <a:cubicBezTo>
                  <a:pt x="573492" y="0"/>
                  <a:pt x="590550" y="17058"/>
                  <a:pt x="590550" y="38101"/>
                </a:cubicBezTo>
                <a:lnTo>
                  <a:pt x="590550" y="190499"/>
                </a:lnTo>
                <a:cubicBezTo>
                  <a:pt x="590550" y="211542"/>
                  <a:pt x="573492" y="228600"/>
                  <a:pt x="5524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1025" y="5381625"/>
            <a:ext cx="6477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AES-256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43905" y="5381625"/>
            <a:ext cx="485775" cy="228600"/>
          </a:xfrm>
          <a:custGeom>
            <a:avLst/>
            <a:gdLst/>
            <a:ahLst/>
            <a:cxnLst/>
            <a:rect l="l" t="t" r="r" b="b"/>
            <a:pathLst>
              <a:path w="485775" h="228600">
                <a:moveTo>
                  <a:pt x="38101" y="0"/>
                </a:moveTo>
                <a:lnTo>
                  <a:pt x="447674" y="0"/>
                </a:lnTo>
                <a:cubicBezTo>
                  <a:pt x="468717" y="0"/>
                  <a:pt x="485775" y="17058"/>
                  <a:pt x="485775" y="38101"/>
                </a:cubicBezTo>
                <a:lnTo>
                  <a:pt x="485775" y="190499"/>
                </a:lnTo>
                <a:cubicBezTo>
                  <a:pt x="485775" y="211542"/>
                  <a:pt x="468717" y="228600"/>
                  <a:pt x="4476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43905" y="5381625"/>
            <a:ext cx="542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1.3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22353" y="4043363"/>
            <a:ext cx="3276600" cy="2428875"/>
          </a:xfrm>
          <a:custGeom>
            <a:avLst/>
            <a:gdLst/>
            <a:ahLst/>
            <a:cxnLst/>
            <a:rect l="l" t="t" r="r" b="b"/>
            <a:pathLst>
              <a:path w="3276600" h="2428875">
                <a:moveTo>
                  <a:pt x="114303" y="0"/>
                </a:moveTo>
                <a:lnTo>
                  <a:pt x="3162297" y="0"/>
                </a:lnTo>
                <a:cubicBezTo>
                  <a:pt x="3225383" y="0"/>
                  <a:pt x="3276600" y="51217"/>
                  <a:pt x="3276600" y="114303"/>
                </a:cubicBezTo>
                <a:lnTo>
                  <a:pt x="3276600" y="2314572"/>
                </a:lnTo>
                <a:cubicBezTo>
                  <a:pt x="3276600" y="2377658"/>
                  <a:pt x="3225383" y="2428875"/>
                  <a:pt x="3162297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7C3AED">
                  <a:alpha val="5000"/>
                </a:srgbClr>
              </a:gs>
            </a:gsLst>
            <a:lin ang="2700000" scaled="1"/>
          </a:gradFill>
          <a:ln w="12700">
            <a:solidFill>
              <a:srgbClr val="7C3AED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17615" y="4238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74778" y="43719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89115" y="4333875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Activity Logging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017615" y="4810125"/>
            <a:ext cx="2962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audit trails tracking all user actions and system events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17615" y="53816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17615" y="5381625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History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02535" y="5381625"/>
            <a:ext cx="857250" cy="228600"/>
          </a:xfrm>
          <a:custGeom>
            <a:avLst/>
            <a:gdLst/>
            <a:ahLst/>
            <a:cxnLst/>
            <a:rect l="l" t="t" r="r" b="b"/>
            <a:pathLst>
              <a:path w="857250" h="228600">
                <a:moveTo>
                  <a:pt x="38101" y="0"/>
                </a:moveTo>
                <a:lnTo>
                  <a:pt x="819149" y="0"/>
                </a:lnTo>
                <a:cubicBezTo>
                  <a:pt x="840192" y="0"/>
                  <a:pt x="857250" y="17058"/>
                  <a:pt x="857250" y="38101"/>
                </a:cubicBezTo>
                <a:lnTo>
                  <a:pt x="857250" y="190499"/>
                </a:lnTo>
                <a:cubicBezTo>
                  <a:pt x="857250" y="211542"/>
                  <a:pt x="840192" y="228600"/>
                  <a:pt x="819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2535" y="5381625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chemeClr val="accent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Tamper-Proof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30380" y="1447800"/>
            <a:ext cx="4476750" cy="3314700"/>
          </a:xfrm>
          <a:custGeom>
            <a:avLst/>
            <a:gdLst/>
            <a:ahLst/>
            <a:cxnLst/>
            <a:rect l="l" t="t" r="r" b="b"/>
            <a:pathLst>
              <a:path w="4476750" h="3314700">
                <a:moveTo>
                  <a:pt x="152410" y="0"/>
                </a:moveTo>
                <a:lnTo>
                  <a:pt x="4324340" y="0"/>
                </a:lnTo>
                <a:cubicBezTo>
                  <a:pt x="4408514" y="0"/>
                  <a:pt x="4476750" y="68236"/>
                  <a:pt x="4476750" y="152410"/>
                </a:cubicBezTo>
                <a:lnTo>
                  <a:pt x="4476750" y="3162290"/>
                </a:lnTo>
                <a:cubicBezTo>
                  <a:pt x="4476750" y="3246464"/>
                  <a:pt x="4408514" y="3314700"/>
                  <a:pt x="4324340" y="3314700"/>
                </a:cubicBezTo>
                <a:lnTo>
                  <a:pt x="152410" y="3314700"/>
                </a:lnTo>
                <a:cubicBezTo>
                  <a:pt x="68236" y="3314700"/>
                  <a:pt x="0" y="3246464"/>
                  <a:pt x="0" y="31622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100000">
                <a:srgbClr val="4A5568"/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7582793" y="171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797105" y="1676400"/>
            <a:ext cx="3876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Data Protection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63779" y="2095500"/>
            <a:ext cx="3618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578030" y="2352731"/>
            <a:ext cx="219294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779" y="2314631"/>
            <a:ext cx="30870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Minimization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863780" y="2505131"/>
            <a:ext cx="3070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only necessary information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578030" y="2962331"/>
            <a:ext cx="219294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7863780" y="2856323"/>
            <a:ext cx="2987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Management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863779" y="3114731"/>
            <a:ext cx="29708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consent for data processing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78030" y="3473209"/>
            <a:ext cx="219294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780" y="3435052"/>
            <a:ext cx="3402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Breach Notification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863780" y="3729710"/>
            <a:ext cx="3385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alerts for security incidents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330380" y="4914900"/>
            <a:ext cx="4476750" cy="1562100"/>
          </a:xfrm>
          <a:custGeom>
            <a:avLst/>
            <a:gdLst/>
            <a:ahLst/>
            <a:cxnLst/>
            <a:rect l="l" t="t" r="r" b="b"/>
            <a:pathLst>
              <a:path w="4476750" h="1562100">
                <a:moveTo>
                  <a:pt x="114299" y="0"/>
                </a:moveTo>
                <a:lnTo>
                  <a:pt x="4362451" y="0"/>
                </a:lnTo>
                <a:cubicBezTo>
                  <a:pt x="4425577" y="0"/>
                  <a:pt x="4476750" y="51173"/>
                  <a:pt x="4476750" y="114299"/>
                </a:cubicBezTo>
                <a:lnTo>
                  <a:pt x="4476750" y="1447801"/>
                </a:lnTo>
                <a:cubicBezTo>
                  <a:pt x="4476750" y="1510927"/>
                  <a:pt x="4425577" y="1562100"/>
                  <a:pt x="4362451" y="1562100"/>
                </a:cubicBezTo>
                <a:lnTo>
                  <a:pt x="114299" y="1562100"/>
                </a:lnTo>
                <a:cubicBezTo>
                  <a:pt x="51173" y="1562100"/>
                  <a:pt x="0" y="1510927"/>
                  <a:pt x="0" y="1447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20880" y="5105400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Certifications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20880" y="5486400"/>
            <a:ext cx="1990725" cy="342900"/>
          </a:xfrm>
          <a:custGeom>
            <a:avLst/>
            <a:gdLst/>
            <a:ahLst/>
            <a:cxnLst/>
            <a:rect l="l" t="t" r="r" b="b"/>
            <a:pathLst>
              <a:path w="1990725" h="342900">
                <a:moveTo>
                  <a:pt x="76199" y="0"/>
                </a:moveTo>
                <a:lnTo>
                  <a:pt x="1914526" y="0"/>
                </a:lnTo>
                <a:cubicBezTo>
                  <a:pt x="1956609" y="0"/>
                  <a:pt x="1990725" y="34116"/>
                  <a:pt x="1990725" y="76199"/>
                </a:cubicBezTo>
                <a:lnTo>
                  <a:pt x="1990725" y="266701"/>
                </a:lnTo>
                <a:cubicBezTo>
                  <a:pt x="1990725" y="308784"/>
                  <a:pt x="1956609" y="342900"/>
                  <a:pt x="1914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7606605" y="5581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0" name="Text 58"/>
          <p:cNvSpPr/>
          <p:nvPr/>
        </p:nvSpPr>
        <p:spPr>
          <a:xfrm>
            <a:off x="7863780" y="556260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627840" y="5486400"/>
            <a:ext cx="1990725" cy="342900"/>
          </a:xfrm>
          <a:custGeom>
            <a:avLst/>
            <a:gdLst/>
            <a:ahLst/>
            <a:cxnLst/>
            <a:rect l="l" t="t" r="r" b="b"/>
            <a:pathLst>
              <a:path w="1990725" h="342900">
                <a:moveTo>
                  <a:pt x="76199" y="0"/>
                </a:moveTo>
                <a:lnTo>
                  <a:pt x="1914526" y="0"/>
                </a:lnTo>
                <a:cubicBezTo>
                  <a:pt x="1956609" y="0"/>
                  <a:pt x="1990725" y="34116"/>
                  <a:pt x="1990725" y="76199"/>
                </a:cubicBezTo>
                <a:lnTo>
                  <a:pt x="1990725" y="266701"/>
                </a:lnTo>
                <a:cubicBezTo>
                  <a:pt x="1990725" y="308784"/>
                  <a:pt x="1956609" y="342900"/>
                  <a:pt x="1914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9713565" y="55816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9970740" y="5562600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 2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20880" y="5943600"/>
            <a:ext cx="1990725" cy="342900"/>
          </a:xfrm>
          <a:custGeom>
            <a:avLst/>
            <a:gdLst/>
            <a:ahLst/>
            <a:cxnLst/>
            <a:rect l="l" t="t" r="r" b="b"/>
            <a:pathLst>
              <a:path w="1990725" h="342900">
                <a:moveTo>
                  <a:pt x="76199" y="0"/>
                </a:moveTo>
                <a:lnTo>
                  <a:pt x="1914526" y="0"/>
                </a:lnTo>
                <a:cubicBezTo>
                  <a:pt x="1956609" y="0"/>
                  <a:pt x="1990725" y="34116"/>
                  <a:pt x="1990725" y="76199"/>
                </a:cubicBezTo>
                <a:lnTo>
                  <a:pt x="1990725" y="266701"/>
                </a:lnTo>
                <a:cubicBezTo>
                  <a:pt x="1990725" y="308784"/>
                  <a:pt x="1956609" y="342900"/>
                  <a:pt x="1914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7606605" y="6038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6" name="Text 64"/>
          <p:cNvSpPr/>
          <p:nvPr/>
        </p:nvSpPr>
        <p:spPr>
          <a:xfrm>
            <a:off x="7863780" y="60198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 Ready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627840" y="5943600"/>
            <a:ext cx="1990725" cy="342900"/>
          </a:xfrm>
          <a:custGeom>
            <a:avLst/>
            <a:gdLst/>
            <a:ahLst/>
            <a:cxnLst/>
            <a:rect l="l" t="t" r="r" b="b"/>
            <a:pathLst>
              <a:path w="1990725" h="342900">
                <a:moveTo>
                  <a:pt x="76199" y="0"/>
                </a:moveTo>
                <a:lnTo>
                  <a:pt x="1914526" y="0"/>
                </a:lnTo>
                <a:cubicBezTo>
                  <a:pt x="1956609" y="0"/>
                  <a:pt x="1990725" y="34116"/>
                  <a:pt x="1990725" y="76199"/>
                </a:cubicBezTo>
                <a:lnTo>
                  <a:pt x="1990725" y="266701"/>
                </a:lnTo>
                <a:cubicBezTo>
                  <a:pt x="1990725" y="308784"/>
                  <a:pt x="1956609" y="342900"/>
                  <a:pt x="19145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9713565" y="60388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9" name="Text 67"/>
          <p:cNvSpPr/>
          <p:nvPr/>
        </p:nvSpPr>
        <p:spPr>
          <a:xfrm>
            <a:off x="9970740" y="6019800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Development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6-week implementation timeline with iterative sprints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5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800100"/>
                </a:lnTo>
                <a:cubicBezTo>
                  <a:pt x="11430000" y="863184"/>
                  <a:pt x="11378784" y="914400"/>
                  <a:pt x="113157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528638" y="19431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863535"/>
            <a:ext cx="441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2228850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 interviews, use case definition, technical specification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49757" y="19621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02132" y="2152650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819400"/>
            <a:ext cx="3705225" cy="1676400"/>
          </a:xfrm>
          <a:custGeom>
            <a:avLst/>
            <a:gdLst/>
            <a:ahLst/>
            <a:cxnLst/>
            <a:rect l="l" t="t" r="r" b="b"/>
            <a:pathLst>
              <a:path w="3705225" h="16764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1562103"/>
                </a:lnTo>
                <a:cubicBezTo>
                  <a:pt x="3705225" y="1625228"/>
                  <a:pt x="3654053" y="1676400"/>
                  <a:pt x="3590928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571500" y="300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3400" y="30099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02895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295650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2931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14375" y="35814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 system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931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4375" y="38481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2931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4375" y="41148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1750" y="2819400"/>
            <a:ext cx="3705225" cy="1676400"/>
          </a:xfrm>
          <a:custGeom>
            <a:avLst/>
            <a:gdLst/>
            <a:ahLst/>
            <a:cxnLst/>
            <a:rect l="l" t="t" r="r" b="b"/>
            <a:pathLst>
              <a:path w="3705225" h="16764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1562103"/>
                </a:lnTo>
                <a:cubicBezTo>
                  <a:pt x="3705225" y="1625228"/>
                  <a:pt x="3654053" y="1676400"/>
                  <a:pt x="3590928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32250" y="300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394150" y="30099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7-10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03750" y="30289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03750" y="3295650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3682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125" y="35814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Vacation module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53682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5125" y="38481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Payroll system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53682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5125" y="41148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UI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01" y="2819400"/>
            <a:ext cx="3705225" cy="1676400"/>
          </a:xfrm>
          <a:custGeom>
            <a:avLst/>
            <a:gdLst/>
            <a:ahLst/>
            <a:cxnLst/>
            <a:rect l="l" t="t" r="r" b="b"/>
            <a:pathLst>
              <a:path w="3705225" h="1676400">
                <a:moveTo>
                  <a:pt x="114297" y="0"/>
                </a:moveTo>
                <a:lnTo>
                  <a:pt x="3590928" y="0"/>
                </a:lnTo>
                <a:cubicBezTo>
                  <a:pt x="3654053" y="0"/>
                  <a:pt x="3705225" y="51172"/>
                  <a:pt x="3705225" y="114297"/>
                </a:cubicBezTo>
                <a:lnTo>
                  <a:pt x="3705225" y="1562103"/>
                </a:lnTo>
                <a:cubicBezTo>
                  <a:pt x="3705225" y="1625228"/>
                  <a:pt x="3654053" y="1676400"/>
                  <a:pt x="3590928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/>
              </a:gs>
              <a:gs pos="100000">
                <a:srgbClr val="047857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8293001" y="300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54901" y="300990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11-14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4501" y="3028950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Sprint 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64501" y="329565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14432" y="3619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435876" y="35814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engine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4432" y="38862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35876" y="38481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14432" y="4152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35876" y="41148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4648200"/>
            <a:ext cx="5638800" cy="914400"/>
          </a:xfrm>
          <a:custGeom>
            <a:avLst/>
            <a:gdLst/>
            <a:ahLst/>
            <a:cxnLst/>
            <a:rect l="l" t="t" r="r" b="b"/>
            <a:pathLst>
              <a:path w="5638800" h="9144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800100"/>
                </a:lnTo>
                <a:cubicBezTo>
                  <a:pt x="5638800" y="863184"/>
                  <a:pt x="5587584" y="914400"/>
                  <a:pt x="55245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571500" y="4838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528638" y="48387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15-16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57300" y="485775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Phase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57300" y="51244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testing, integration testing, user acceptance testing, bug fixes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2200" y="4648200"/>
            <a:ext cx="5638800" cy="914400"/>
          </a:xfrm>
          <a:custGeom>
            <a:avLst/>
            <a:gdLst/>
            <a:ahLst/>
            <a:cxnLst/>
            <a:rect l="l" t="t" r="r" b="b"/>
            <a:pathLst>
              <a:path w="5638800" h="9144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800100"/>
                </a:lnTo>
                <a:cubicBezTo>
                  <a:pt x="5638800" y="863184"/>
                  <a:pt x="5587584" y="914400"/>
                  <a:pt x="5524500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2" name="Shape 50"/>
          <p:cNvSpPr/>
          <p:nvPr/>
        </p:nvSpPr>
        <p:spPr>
          <a:xfrm>
            <a:off x="6362700" y="4838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6319838" y="4838700"/>
            <a:ext cx="619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17-18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48500" y="485775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48500" y="51244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deployment, monitoring setup, documentation, training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1000" y="5715000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685798"/>
                </a:lnTo>
                <a:cubicBezTo>
                  <a:pt x="11430000" y="748883"/>
                  <a:pt x="11378783" y="800100"/>
                  <a:pt x="113156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>
                  <a:alpha val="10000"/>
                </a:srgbClr>
              </a:gs>
              <a:gs pos="100000">
                <a:srgbClr val="059669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576263" y="6000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8" name="Text 56"/>
          <p:cNvSpPr/>
          <p:nvPr/>
        </p:nvSpPr>
        <p:spPr>
          <a:xfrm>
            <a:off x="933450" y="5905500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Methodology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33449" y="6134100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Scrum with 2-week sprints, daily standups, and sprint reviews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437340" y="5867400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461153" y="617220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070009" y="5867400"/>
            <a:ext cx="51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093821" y="617220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699849" y="5867400"/>
            <a:ext cx="101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723662" y="61722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Innovative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52563"/>
            <a:ext cx="5591175" cy="2143125"/>
          </a:xfrm>
          <a:custGeom>
            <a:avLst/>
            <a:gdLst/>
            <a:ahLst/>
            <a:cxnLst/>
            <a:rect l="l" t="t" r="r" b="b"/>
            <a:pathLst>
              <a:path w="5591175" h="2143125">
                <a:moveTo>
                  <a:pt x="114293" y="0"/>
                </a:moveTo>
                <a:lnTo>
                  <a:pt x="5476882" y="0"/>
                </a:lnTo>
                <a:cubicBezTo>
                  <a:pt x="5540004" y="0"/>
                  <a:pt x="5591175" y="51171"/>
                  <a:pt x="5591175" y="114293"/>
                </a:cubicBezTo>
                <a:lnTo>
                  <a:pt x="5591175" y="2028832"/>
                </a:lnTo>
                <a:cubicBezTo>
                  <a:pt x="5591175" y="2091954"/>
                  <a:pt x="5540004" y="2143125"/>
                  <a:pt x="5476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>
                  <a:alpha val="10000"/>
                </a:srgbClr>
              </a:gs>
              <a:gs pos="100000">
                <a:srgbClr val="DC2626">
                  <a:alpha val="5000"/>
                </a:srgbClr>
              </a:gs>
            </a:gsLst>
            <a:lin ang="2700000" scaled="1"/>
          </a:gradFill>
          <a:ln w="12700">
            <a:solidFill>
              <a:srgbClr val="DC262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14375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6478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 Flexible Workflows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99072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Designing a workflow engine that adapts to different company structures and processes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90625" y="2562225"/>
            <a:ext cx="4591050" cy="838200"/>
          </a:xfrm>
          <a:custGeom>
            <a:avLst/>
            <a:gdLst/>
            <a:ahLst/>
            <a:cxnLst/>
            <a:rect l="l" t="t" r="r" b="b"/>
            <a:pathLst>
              <a:path w="4591050" h="838200">
                <a:moveTo>
                  <a:pt x="76201" y="0"/>
                </a:moveTo>
                <a:lnTo>
                  <a:pt x="4514849" y="0"/>
                </a:lnTo>
                <a:cubicBezTo>
                  <a:pt x="4556934" y="0"/>
                  <a:pt x="4591050" y="34116"/>
                  <a:pt x="4591050" y="76201"/>
                </a:cubicBezTo>
                <a:lnTo>
                  <a:pt x="4591050" y="761999"/>
                </a:lnTo>
                <a:cubicBezTo>
                  <a:pt x="4591050" y="804084"/>
                  <a:pt x="4556934" y="838200"/>
                  <a:pt x="45148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23975" y="2705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504950" y="2676525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4925" y="2905125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drag-and-drop workflow builder with customizable nodes and conditional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757613"/>
            <a:ext cx="5591175" cy="2143125"/>
          </a:xfrm>
          <a:custGeom>
            <a:avLst/>
            <a:gdLst/>
            <a:ahLst/>
            <a:cxnLst/>
            <a:rect l="l" t="t" r="r" b="b"/>
            <a:pathLst>
              <a:path w="5591175" h="2143125">
                <a:moveTo>
                  <a:pt x="114293" y="0"/>
                </a:moveTo>
                <a:lnTo>
                  <a:pt x="5476882" y="0"/>
                </a:lnTo>
                <a:cubicBezTo>
                  <a:pt x="5540004" y="0"/>
                  <a:pt x="5591175" y="51171"/>
                  <a:pt x="5591175" y="114293"/>
                </a:cubicBezTo>
                <a:lnTo>
                  <a:pt x="5591175" y="2028832"/>
                </a:lnTo>
                <a:cubicBezTo>
                  <a:pt x="5591175" y="2091954"/>
                  <a:pt x="5540004" y="2143125"/>
                  <a:pt x="5476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025" y="3952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2469" y="4086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105445" y="113109"/>
                  <a:pt x="115863" y="115825"/>
                  <a:pt x="125016" y="120588"/>
                </a:cubicBezTo>
                <a:lnTo>
                  <a:pt x="125016" y="122188"/>
                </a:lnTo>
                <a:cubicBezTo>
                  <a:pt x="117723" y="128736"/>
                  <a:pt x="113109" y="138224"/>
                  <a:pt x="113109" y="148791"/>
                </a:cubicBezTo>
                <a:lnTo>
                  <a:pt x="113109" y="184510"/>
                </a:lnTo>
                <a:cubicBezTo>
                  <a:pt x="113109" y="186556"/>
                  <a:pt x="113295" y="188565"/>
                  <a:pt x="113593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84547" y="113147"/>
                </a:moveTo>
                <a:cubicBezTo>
                  <a:pt x="184547" y="106561"/>
                  <a:pt x="179226" y="101240"/>
                  <a:pt x="172641" y="101240"/>
                </a:cubicBezTo>
                <a:cubicBezTo>
                  <a:pt x="166055" y="101240"/>
                  <a:pt x="160734" y="106561"/>
                  <a:pt x="160734" y="113147"/>
                </a:cubicBezTo>
                <a:lnTo>
                  <a:pt x="160734" y="130969"/>
                </a:lnTo>
                <a:lnTo>
                  <a:pt x="184547" y="130969"/>
                </a:lnTo>
                <a:lnTo>
                  <a:pt x="184547" y="113147"/>
                </a:lnTo>
                <a:close/>
                <a:moveTo>
                  <a:pt x="130969" y="148828"/>
                </a:moveTo>
                <a:cubicBezTo>
                  <a:pt x="130969" y="141052"/>
                  <a:pt x="135954" y="134429"/>
                  <a:pt x="142875" y="131973"/>
                </a:cubicBezTo>
                <a:lnTo>
                  <a:pt x="142875" y="113147"/>
                </a:lnTo>
                <a:cubicBezTo>
                  <a:pt x="142875" y="96701"/>
                  <a:pt x="156195" y="83381"/>
                  <a:pt x="172641" y="83381"/>
                </a:cubicBezTo>
                <a:cubicBezTo>
                  <a:pt x="189086" y="83381"/>
                  <a:pt x="202406" y="96701"/>
                  <a:pt x="202406" y="113147"/>
                </a:cubicBezTo>
                <a:lnTo>
                  <a:pt x="202406" y="131973"/>
                </a:lnTo>
                <a:cubicBezTo>
                  <a:pt x="209327" y="134429"/>
                  <a:pt x="214313" y="141052"/>
                  <a:pt x="214313" y="148828"/>
                </a:cubicBezTo>
                <a:lnTo>
                  <a:pt x="214313" y="184547"/>
                </a:lnTo>
                <a:cubicBezTo>
                  <a:pt x="214313" y="194407"/>
                  <a:pt x="206313" y="202406"/>
                  <a:pt x="196453" y="202406"/>
                </a:cubicBezTo>
                <a:lnTo>
                  <a:pt x="148828" y="202406"/>
                </a:lnTo>
                <a:cubicBezTo>
                  <a:pt x="138968" y="202406"/>
                  <a:pt x="130969" y="194407"/>
                  <a:pt x="130969" y="184547"/>
                </a:cubicBezTo>
                <a:lnTo>
                  <a:pt x="130969" y="1488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90625" y="395287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 Role Permissions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90625" y="429577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complex permission matrices across 5 role levels with varying access needs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90625" y="4867275"/>
            <a:ext cx="4591050" cy="838200"/>
          </a:xfrm>
          <a:custGeom>
            <a:avLst/>
            <a:gdLst/>
            <a:ahLst/>
            <a:cxnLst/>
            <a:rect l="l" t="t" r="r" b="b"/>
            <a:pathLst>
              <a:path w="4591050" h="838200">
                <a:moveTo>
                  <a:pt x="76201" y="0"/>
                </a:moveTo>
                <a:lnTo>
                  <a:pt x="4514849" y="0"/>
                </a:lnTo>
                <a:cubicBezTo>
                  <a:pt x="4556934" y="0"/>
                  <a:pt x="4591050" y="34116"/>
                  <a:pt x="4591050" y="76201"/>
                </a:cubicBezTo>
                <a:lnTo>
                  <a:pt x="4591050" y="761999"/>
                </a:lnTo>
                <a:cubicBezTo>
                  <a:pt x="4591050" y="804084"/>
                  <a:pt x="4556934" y="838200"/>
                  <a:pt x="45148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3975" y="5010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504950" y="4981575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4925" y="5210175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hierarchical permission system with granular access controls and inheritance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5063" y="1452563"/>
            <a:ext cx="5591175" cy="2143125"/>
          </a:xfrm>
          <a:custGeom>
            <a:avLst/>
            <a:gdLst/>
            <a:ahLst/>
            <a:cxnLst/>
            <a:rect l="l" t="t" r="r" b="b"/>
            <a:pathLst>
              <a:path w="5591175" h="2143125">
                <a:moveTo>
                  <a:pt x="114293" y="0"/>
                </a:moveTo>
                <a:lnTo>
                  <a:pt x="5476882" y="0"/>
                </a:lnTo>
                <a:cubicBezTo>
                  <a:pt x="5540004" y="0"/>
                  <a:pt x="5591175" y="51171"/>
                  <a:pt x="5591175" y="114293"/>
                </a:cubicBezTo>
                <a:lnTo>
                  <a:pt x="5591175" y="2028832"/>
                </a:lnTo>
                <a:cubicBezTo>
                  <a:pt x="5591175" y="2091954"/>
                  <a:pt x="5540004" y="2143125"/>
                  <a:pt x="5476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3AED">
                  <a:alpha val="10000"/>
                </a:srgbClr>
              </a:gs>
              <a:gs pos="100000">
                <a:srgbClr val="7C3AED">
                  <a:alpha val="5000"/>
                </a:srgbClr>
              </a:gs>
            </a:gsLst>
            <a:lin ang="2700000" scaled="1"/>
          </a:gradFill>
          <a:ln w="12700">
            <a:solidFill>
              <a:srgbClr val="7C3AED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03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5581" y="178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19925" y="16478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 Scalable Architecture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9925" y="199072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system that scales from small teams to enterprise-level organizations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19925" y="2562225"/>
            <a:ext cx="4591050" cy="838200"/>
          </a:xfrm>
          <a:custGeom>
            <a:avLst/>
            <a:gdLst/>
            <a:ahLst/>
            <a:cxnLst/>
            <a:rect l="l" t="t" r="r" b="b"/>
            <a:pathLst>
              <a:path w="4591050" h="838200">
                <a:moveTo>
                  <a:pt x="76201" y="0"/>
                </a:moveTo>
                <a:lnTo>
                  <a:pt x="4514849" y="0"/>
                </a:lnTo>
                <a:cubicBezTo>
                  <a:pt x="4556934" y="0"/>
                  <a:pt x="4591050" y="34116"/>
                  <a:pt x="4591050" y="76201"/>
                </a:cubicBezTo>
                <a:lnTo>
                  <a:pt x="4591050" y="761999"/>
                </a:lnTo>
                <a:cubicBezTo>
                  <a:pt x="4591050" y="804084"/>
                  <a:pt x="4556934" y="838200"/>
                  <a:pt x="45148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3275" y="2705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7334250" y="2676525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4225" y="2905125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architecture with Supabase for real-time data and horizontal scaling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5063" y="3757613"/>
            <a:ext cx="5591175" cy="2143125"/>
          </a:xfrm>
          <a:custGeom>
            <a:avLst/>
            <a:gdLst/>
            <a:ahLst/>
            <a:cxnLst/>
            <a:rect l="l" t="t" r="r" b="b"/>
            <a:pathLst>
              <a:path w="5591175" h="2143125">
                <a:moveTo>
                  <a:pt x="114293" y="0"/>
                </a:moveTo>
                <a:lnTo>
                  <a:pt x="5476882" y="0"/>
                </a:lnTo>
                <a:cubicBezTo>
                  <a:pt x="5540004" y="0"/>
                  <a:pt x="5591175" y="51171"/>
                  <a:pt x="5591175" y="114293"/>
                </a:cubicBezTo>
                <a:lnTo>
                  <a:pt x="5591175" y="2028832"/>
                </a:lnTo>
                <a:cubicBezTo>
                  <a:pt x="5591175" y="2091954"/>
                  <a:pt x="5540004" y="2143125"/>
                  <a:pt x="5476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>
                  <a:alpha val="10000"/>
                </a:srgbClr>
              </a:gs>
              <a:gs pos="100000">
                <a:srgbClr val="059669">
                  <a:alpha val="5000"/>
                </a:srgbClr>
              </a:gs>
            </a:gsLst>
            <a:lin ang="2700000" scaled="1"/>
          </a:gradFill>
          <a:ln w="12700">
            <a:solidFill>
              <a:srgbClr val="059669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0325" y="3952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3675" y="4086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019925" y="395287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 User Experience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9925" y="429577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an intuitive interface for users with varying technical backgrounds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19925" y="4867275"/>
            <a:ext cx="4591050" cy="838200"/>
          </a:xfrm>
          <a:custGeom>
            <a:avLst/>
            <a:gdLst/>
            <a:ahLst/>
            <a:cxnLst/>
            <a:rect l="l" t="t" r="r" b="b"/>
            <a:pathLst>
              <a:path w="4591050" h="838200">
                <a:moveTo>
                  <a:pt x="76201" y="0"/>
                </a:moveTo>
                <a:lnTo>
                  <a:pt x="4514849" y="0"/>
                </a:lnTo>
                <a:cubicBezTo>
                  <a:pt x="4556934" y="0"/>
                  <a:pt x="4591050" y="34116"/>
                  <a:pt x="4591050" y="76201"/>
                </a:cubicBezTo>
                <a:lnTo>
                  <a:pt x="4591050" y="761999"/>
                </a:lnTo>
                <a:cubicBezTo>
                  <a:pt x="4591050" y="804084"/>
                  <a:pt x="4556934" y="838200"/>
                  <a:pt x="45148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153275" y="5010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7334250" y="4981575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34225" y="5210175"/>
            <a:ext cx="4429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User-centered design with extensive testing, clear navigation, and contextual help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5986180"/>
            <a:ext cx="11430000" cy="800100"/>
          </a:xfrm>
          <a:custGeom>
            <a:avLst/>
            <a:gdLst/>
            <a:ahLst/>
            <a:cxnLst/>
            <a:rect l="l" t="t" r="r" b="b"/>
            <a:pathLst>
              <a:path w="11430000" h="8001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685798"/>
                </a:lnTo>
                <a:cubicBezTo>
                  <a:pt x="11430000" y="748883"/>
                  <a:pt x="11378783" y="800100"/>
                  <a:pt x="113156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D97706">
                  <a:alpha val="10000"/>
                </a:srgbClr>
              </a:gs>
              <a:gs pos="100000">
                <a:srgbClr val="D97706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0550" y="6343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" y="6248400"/>
            <a:ext cx="561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Learning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33450" y="6476999"/>
            <a:ext cx="656463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user feedback and iterative testing were crucial to overcoming technical and UX challenges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586913" y="6210300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10725" y="65151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Resolved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02268" y="6210300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26080" y="65151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Tests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kern="0" spc="9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 in Action: Real-World Scenario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119029"/>
            <a:ext cx="721954" cy="36098"/>
          </a:xfrm>
          <a:custGeom>
            <a:avLst/>
            <a:gdLst/>
            <a:ahLst/>
            <a:cxnLst/>
            <a:rect l="l" t="t" r="r" b="b"/>
            <a:pathLst>
              <a:path w="721954" h="36098">
                <a:moveTo>
                  <a:pt x="0" y="0"/>
                </a:moveTo>
                <a:lnTo>
                  <a:pt x="721954" y="0"/>
                </a:lnTo>
                <a:lnTo>
                  <a:pt x="721954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0977" y="1227322"/>
            <a:ext cx="1155126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HR workflow from recruitment to payroll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9759" y="1696592"/>
            <a:ext cx="36098" cy="4945386"/>
          </a:xfrm>
          <a:custGeom>
            <a:avLst/>
            <a:gdLst/>
            <a:ahLst/>
            <a:cxnLst/>
            <a:rect l="l" t="t" r="r" b="b"/>
            <a:pathLst>
              <a:path w="36098" h="4945386">
                <a:moveTo>
                  <a:pt x="0" y="0"/>
                </a:moveTo>
                <a:lnTo>
                  <a:pt x="36098" y="0"/>
                </a:lnTo>
                <a:lnTo>
                  <a:pt x="36098" y="4945386"/>
                </a:lnTo>
                <a:lnTo>
                  <a:pt x="0" y="494538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0">
                <a:srgbClr val="FFFFFF"/>
              </a:gs>
              <a:gs pos="50000">
                <a:srgbClr val="DC2626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0977" y="1768788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44391" y="0"/>
                </a:moveTo>
                <a:lnTo>
                  <a:pt x="433172" y="0"/>
                </a:lnTo>
                <a:cubicBezTo>
                  <a:pt x="512917" y="0"/>
                  <a:pt x="577563" y="64646"/>
                  <a:pt x="577563" y="144391"/>
                </a:cubicBezTo>
                <a:lnTo>
                  <a:pt x="577563" y="433172"/>
                </a:lnTo>
                <a:cubicBezTo>
                  <a:pt x="577563" y="512917"/>
                  <a:pt x="512917" y="577563"/>
                  <a:pt x="433172" y="577563"/>
                </a:cubicBezTo>
                <a:lnTo>
                  <a:pt x="144391" y="577563"/>
                </a:lnTo>
                <a:cubicBezTo>
                  <a:pt x="64646" y="577563"/>
                  <a:pt x="0" y="512917"/>
                  <a:pt x="0" y="433172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35366" dist="902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1466" y="1949276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95097" y="7995"/>
                </a:moveTo>
                <a:cubicBezTo>
                  <a:pt x="199962" y="10152"/>
                  <a:pt x="203050" y="14975"/>
                  <a:pt x="203050" y="20305"/>
                </a:cubicBezTo>
                <a:lnTo>
                  <a:pt x="203050" y="196281"/>
                </a:lnTo>
                <a:cubicBezTo>
                  <a:pt x="203050" y="201611"/>
                  <a:pt x="199962" y="206434"/>
                  <a:pt x="195097" y="208591"/>
                </a:cubicBezTo>
                <a:cubicBezTo>
                  <a:pt x="190232" y="210749"/>
                  <a:pt x="184606" y="209945"/>
                  <a:pt x="180587" y="206434"/>
                </a:cubicBezTo>
                <a:lnTo>
                  <a:pt x="160875" y="189217"/>
                </a:lnTo>
                <a:cubicBezTo>
                  <a:pt x="142431" y="173100"/>
                  <a:pt x="119122" y="163709"/>
                  <a:pt x="94714" y="162567"/>
                </a:cubicBezTo>
                <a:lnTo>
                  <a:pt x="94714" y="203050"/>
                </a:lnTo>
                <a:cubicBezTo>
                  <a:pt x="94714" y="210537"/>
                  <a:pt x="88665" y="216586"/>
                  <a:pt x="81178" y="216586"/>
                </a:cubicBezTo>
                <a:lnTo>
                  <a:pt x="67641" y="216586"/>
                </a:lnTo>
                <a:cubicBezTo>
                  <a:pt x="60153" y="216586"/>
                  <a:pt x="54104" y="210537"/>
                  <a:pt x="54104" y="203050"/>
                </a:cubicBezTo>
                <a:lnTo>
                  <a:pt x="54104" y="162440"/>
                </a:lnTo>
                <a:cubicBezTo>
                  <a:pt x="24239" y="162440"/>
                  <a:pt x="0" y="138201"/>
                  <a:pt x="0" y="108293"/>
                </a:cubicBezTo>
                <a:cubicBezTo>
                  <a:pt x="0" y="78386"/>
                  <a:pt x="24239" y="54147"/>
                  <a:pt x="54147" y="54147"/>
                </a:cubicBezTo>
                <a:lnTo>
                  <a:pt x="89892" y="54147"/>
                </a:lnTo>
                <a:cubicBezTo>
                  <a:pt x="116034" y="54062"/>
                  <a:pt x="141246" y="44544"/>
                  <a:pt x="160917" y="27369"/>
                </a:cubicBezTo>
                <a:lnTo>
                  <a:pt x="180630" y="10152"/>
                </a:lnTo>
                <a:cubicBezTo>
                  <a:pt x="184606" y="6641"/>
                  <a:pt x="190317" y="5838"/>
                  <a:pt x="195139" y="7995"/>
                </a:cubicBezTo>
                <a:close/>
                <a:moveTo>
                  <a:pt x="94756" y="135366"/>
                </a:moveTo>
                <a:lnTo>
                  <a:pt x="94756" y="135451"/>
                </a:lnTo>
                <a:cubicBezTo>
                  <a:pt x="124495" y="136593"/>
                  <a:pt x="153049" y="147507"/>
                  <a:pt x="175976" y="166501"/>
                </a:cubicBezTo>
                <a:lnTo>
                  <a:pt x="175976" y="50043"/>
                </a:lnTo>
                <a:cubicBezTo>
                  <a:pt x="153049" y="69037"/>
                  <a:pt x="124495" y="79951"/>
                  <a:pt x="94756" y="81093"/>
                </a:cubicBezTo>
                <a:lnTo>
                  <a:pt x="94756" y="1353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55127" y="1768788"/>
            <a:ext cx="7084175" cy="1046833"/>
          </a:xfrm>
          <a:custGeom>
            <a:avLst/>
            <a:gdLst/>
            <a:ahLst/>
            <a:cxnLst/>
            <a:rect l="l" t="t" r="r" b="b"/>
            <a:pathLst>
              <a:path w="7084175" h="1046833">
                <a:moveTo>
                  <a:pt x="108295" y="0"/>
                </a:moveTo>
                <a:lnTo>
                  <a:pt x="6975880" y="0"/>
                </a:lnTo>
                <a:cubicBezTo>
                  <a:pt x="7035689" y="0"/>
                  <a:pt x="7084175" y="48485"/>
                  <a:pt x="7084175" y="108295"/>
                </a:cubicBezTo>
                <a:lnTo>
                  <a:pt x="7084175" y="938539"/>
                </a:lnTo>
                <a:cubicBezTo>
                  <a:pt x="7084175" y="998348"/>
                  <a:pt x="7035689" y="1046833"/>
                  <a:pt x="6975880" y="1046833"/>
                </a:cubicBezTo>
                <a:lnTo>
                  <a:pt x="108295" y="1046833"/>
                </a:lnTo>
                <a:cubicBezTo>
                  <a:pt x="48485" y="1046833"/>
                  <a:pt x="0" y="998348"/>
                  <a:pt x="0" y="938539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1299517" y="1913178"/>
            <a:ext cx="163342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Job Offer Published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30795" y="1913178"/>
            <a:ext cx="767076" cy="252684"/>
          </a:xfrm>
          <a:custGeom>
            <a:avLst/>
            <a:gdLst/>
            <a:ahLst/>
            <a:cxnLst/>
            <a:rect l="l" t="t" r="r" b="b"/>
            <a:pathLst>
              <a:path w="767076" h="252684">
                <a:moveTo>
                  <a:pt x="126342" y="0"/>
                </a:moveTo>
                <a:lnTo>
                  <a:pt x="640734" y="0"/>
                </a:lnTo>
                <a:cubicBezTo>
                  <a:pt x="710511" y="0"/>
                  <a:pt x="767076" y="56565"/>
                  <a:pt x="767076" y="126342"/>
                </a:cubicBezTo>
                <a:lnTo>
                  <a:pt x="767076" y="126342"/>
                </a:lnTo>
                <a:cubicBezTo>
                  <a:pt x="767076" y="196119"/>
                  <a:pt x="710511" y="252684"/>
                  <a:pt x="640734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30795" y="1913178"/>
            <a:ext cx="830247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9517" y="2238058"/>
            <a:ext cx="6867588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creates and publishes a job opening for a Software Developer position with detailed requirements and qualifications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0977" y="2815621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44391" y="0"/>
                </a:moveTo>
                <a:lnTo>
                  <a:pt x="433172" y="0"/>
                </a:lnTo>
                <a:cubicBezTo>
                  <a:pt x="512917" y="0"/>
                  <a:pt x="577563" y="64646"/>
                  <a:pt x="577563" y="144391"/>
                </a:cubicBezTo>
                <a:lnTo>
                  <a:pt x="577563" y="433172"/>
                </a:lnTo>
                <a:cubicBezTo>
                  <a:pt x="577563" y="512917"/>
                  <a:pt x="512917" y="577563"/>
                  <a:pt x="433172" y="577563"/>
                </a:cubicBezTo>
                <a:lnTo>
                  <a:pt x="144391" y="577563"/>
                </a:lnTo>
                <a:cubicBezTo>
                  <a:pt x="64646" y="577563"/>
                  <a:pt x="0" y="512917"/>
                  <a:pt x="0" y="433172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4392" y="2996110"/>
            <a:ext cx="270733" cy="216586"/>
          </a:xfrm>
          <a:custGeom>
            <a:avLst/>
            <a:gdLst/>
            <a:ahLst/>
            <a:cxnLst/>
            <a:rect l="l" t="t" r="r" b="b"/>
            <a:pathLst>
              <a:path w="270733" h="216586">
                <a:moveTo>
                  <a:pt x="57531" y="54147"/>
                </a:moveTo>
                <a:cubicBezTo>
                  <a:pt x="57531" y="26130"/>
                  <a:pt x="80277" y="3384"/>
                  <a:pt x="108293" y="3384"/>
                </a:cubicBezTo>
                <a:cubicBezTo>
                  <a:pt x="136310" y="3384"/>
                  <a:pt x="159056" y="26130"/>
                  <a:pt x="159056" y="54147"/>
                </a:cubicBezTo>
                <a:cubicBezTo>
                  <a:pt x="159056" y="82163"/>
                  <a:pt x="136310" y="104909"/>
                  <a:pt x="108293" y="104909"/>
                </a:cubicBezTo>
                <a:cubicBezTo>
                  <a:pt x="80277" y="104909"/>
                  <a:pt x="57531" y="82163"/>
                  <a:pt x="57531" y="54147"/>
                </a:cubicBezTo>
                <a:close/>
                <a:moveTo>
                  <a:pt x="20305" y="204023"/>
                </a:moveTo>
                <a:cubicBezTo>
                  <a:pt x="20305" y="162355"/>
                  <a:pt x="54062" y="128598"/>
                  <a:pt x="95729" y="128598"/>
                </a:cubicBezTo>
                <a:lnTo>
                  <a:pt x="120857" y="128598"/>
                </a:lnTo>
                <a:cubicBezTo>
                  <a:pt x="162524" y="128598"/>
                  <a:pt x="196281" y="162355"/>
                  <a:pt x="196281" y="204023"/>
                </a:cubicBezTo>
                <a:cubicBezTo>
                  <a:pt x="196281" y="210960"/>
                  <a:pt x="190655" y="216586"/>
                  <a:pt x="183718" y="216586"/>
                </a:cubicBezTo>
                <a:lnTo>
                  <a:pt x="32869" y="216586"/>
                </a:lnTo>
                <a:cubicBezTo>
                  <a:pt x="25931" y="216586"/>
                  <a:pt x="20305" y="210960"/>
                  <a:pt x="20305" y="204023"/>
                </a:cubicBezTo>
                <a:close/>
                <a:moveTo>
                  <a:pt x="230123" y="40610"/>
                </a:moveTo>
                <a:cubicBezTo>
                  <a:pt x="235749" y="40610"/>
                  <a:pt x="240275" y="45136"/>
                  <a:pt x="240275" y="50762"/>
                </a:cubicBezTo>
                <a:lnTo>
                  <a:pt x="240275" y="71067"/>
                </a:lnTo>
                <a:lnTo>
                  <a:pt x="260580" y="71067"/>
                </a:lnTo>
                <a:cubicBezTo>
                  <a:pt x="266206" y="71067"/>
                  <a:pt x="270733" y="75594"/>
                  <a:pt x="270733" y="81220"/>
                </a:cubicBezTo>
                <a:cubicBezTo>
                  <a:pt x="270733" y="86846"/>
                  <a:pt x="266206" y="91372"/>
                  <a:pt x="260580" y="91372"/>
                </a:cubicBezTo>
                <a:lnTo>
                  <a:pt x="240275" y="91372"/>
                </a:lnTo>
                <a:lnTo>
                  <a:pt x="240275" y="111677"/>
                </a:lnTo>
                <a:cubicBezTo>
                  <a:pt x="240275" y="117303"/>
                  <a:pt x="235749" y="121830"/>
                  <a:pt x="230123" y="121830"/>
                </a:cubicBezTo>
                <a:cubicBezTo>
                  <a:pt x="224497" y="121830"/>
                  <a:pt x="219970" y="117303"/>
                  <a:pt x="219970" y="111677"/>
                </a:cubicBezTo>
                <a:lnTo>
                  <a:pt x="219970" y="91372"/>
                </a:lnTo>
                <a:lnTo>
                  <a:pt x="199665" y="91372"/>
                </a:lnTo>
                <a:cubicBezTo>
                  <a:pt x="194039" y="91372"/>
                  <a:pt x="189513" y="86846"/>
                  <a:pt x="189513" y="81220"/>
                </a:cubicBezTo>
                <a:cubicBezTo>
                  <a:pt x="189513" y="75594"/>
                  <a:pt x="194039" y="71067"/>
                  <a:pt x="199665" y="71067"/>
                </a:cubicBezTo>
                <a:lnTo>
                  <a:pt x="219970" y="71067"/>
                </a:lnTo>
                <a:lnTo>
                  <a:pt x="219970" y="50762"/>
                </a:lnTo>
                <a:cubicBezTo>
                  <a:pt x="219970" y="45136"/>
                  <a:pt x="224497" y="40610"/>
                  <a:pt x="230123" y="4061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5127" y="2815621"/>
            <a:ext cx="7084175" cy="1046833"/>
          </a:xfrm>
          <a:custGeom>
            <a:avLst/>
            <a:gdLst/>
            <a:ahLst/>
            <a:cxnLst/>
            <a:rect l="l" t="t" r="r" b="b"/>
            <a:pathLst>
              <a:path w="7084175" h="1046833">
                <a:moveTo>
                  <a:pt x="108295" y="0"/>
                </a:moveTo>
                <a:lnTo>
                  <a:pt x="6975880" y="0"/>
                </a:lnTo>
                <a:cubicBezTo>
                  <a:pt x="7035689" y="0"/>
                  <a:pt x="7084175" y="48485"/>
                  <a:pt x="7084175" y="108295"/>
                </a:cubicBezTo>
                <a:lnTo>
                  <a:pt x="7084175" y="938539"/>
                </a:lnTo>
                <a:cubicBezTo>
                  <a:pt x="7084175" y="998348"/>
                  <a:pt x="7035689" y="1046833"/>
                  <a:pt x="6975880" y="1046833"/>
                </a:cubicBezTo>
                <a:lnTo>
                  <a:pt x="108295" y="1046833"/>
                </a:lnTo>
                <a:cubicBezTo>
                  <a:pt x="48485" y="1046833"/>
                  <a:pt x="0" y="998348"/>
                  <a:pt x="0" y="938539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9517" y="2960012"/>
            <a:ext cx="155220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Candidate Applies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34858" y="2960012"/>
            <a:ext cx="658783" cy="252684"/>
          </a:xfrm>
          <a:custGeom>
            <a:avLst/>
            <a:gdLst/>
            <a:ahLst/>
            <a:cxnLst/>
            <a:rect l="l" t="t" r="r" b="b"/>
            <a:pathLst>
              <a:path w="658783" h="252684">
                <a:moveTo>
                  <a:pt x="126342" y="0"/>
                </a:moveTo>
                <a:lnTo>
                  <a:pt x="532441" y="0"/>
                </a:lnTo>
                <a:cubicBezTo>
                  <a:pt x="602218" y="0"/>
                  <a:pt x="658783" y="56565"/>
                  <a:pt x="658783" y="126342"/>
                </a:cubicBezTo>
                <a:lnTo>
                  <a:pt x="658783" y="126342"/>
                </a:lnTo>
                <a:cubicBezTo>
                  <a:pt x="658783" y="196119"/>
                  <a:pt x="602218" y="252684"/>
                  <a:pt x="532441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7C3AED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434858" y="2960012"/>
            <a:ext cx="721954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9517" y="3284891"/>
            <a:ext cx="6867588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submits application through the recruitment portal, uploads CV, and completes screening questions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0977" y="3862454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44391" y="0"/>
                </a:moveTo>
                <a:lnTo>
                  <a:pt x="433172" y="0"/>
                </a:lnTo>
                <a:cubicBezTo>
                  <a:pt x="512917" y="0"/>
                  <a:pt x="577563" y="64646"/>
                  <a:pt x="577563" y="144391"/>
                </a:cubicBezTo>
                <a:lnTo>
                  <a:pt x="577563" y="433172"/>
                </a:lnTo>
                <a:cubicBezTo>
                  <a:pt x="577563" y="512917"/>
                  <a:pt x="512917" y="577563"/>
                  <a:pt x="433172" y="577563"/>
                </a:cubicBezTo>
                <a:lnTo>
                  <a:pt x="144391" y="577563"/>
                </a:lnTo>
                <a:cubicBezTo>
                  <a:pt x="64646" y="577563"/>
                  <a:pt x="0" y="512917"/>
                  <a:pt x="0" y="433172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059669"/>
          </a:solidFill>
          <a:ln/>
          <a:effectLst>
            <a:outerShdw blurRad="135366" dist="902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1466" y="4042943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56600" y="15356"/>
                </a:moveTo>
                <a:cubicBezTo>
                  <a:pt x="61211" y="18571"/>
                  <a:pt x="62311" y="24916"/>
                  <a:pt x="59096" y="29484"/>
                </a:cubicBezTo>
                <a:lnTo>
                  <a:pt x="35407" y="63326"/>
                </a:lnTo>
                <a:cubicBezTo>
                  <a:pt x="33672" y="65780"/>
                  <a:pt x="30965" y="67345"/>
                  <a:pt x="27962" y="67599"/>
                </a:cubicBezTo>
                <a:cubicBezTo>
                  <a:pt x="24958" y="67852"/>
                  <a:pt x="21997" y="66837"/>
                  <a:pt x="19882" y="64722"/>
                </a:cubicBezTo>
                <a:lnTo>
                  <a:pt x="2961" y="47801"/>
                </a:lnTo>
                <a:cubicBezTo>
                  <a:pt x="-973" y="43825"/>
                  <a:pt x="-973" y="37395"/>
                  <a:pt x="2961" y="33419"/>
                </a:cubicBezTo>
                <a:cubicBezTo>
                  <a:pt x="6895" y="29442"/>
                  <a:pt x="13367" y="29484"/>
                  <a:pt x="17344" y="33419"/>
                </a:cubicBezTo>
                <a:lnTo>
                  <a:pt x="25720" y="41794"/>
                </a:lnTo>
                <a:lnTo>
                  <a:pt x="42471" y="17851"/>
                </a:lnTo>
                <a:cubicBezTo>
                  <a:pt x="45686" y="13241"/>
                  <a:pt x="52031" y="12141"/>
                  <a:pt x="56600" y="15356"/>
                </a:cubicBezTo>
                <a:close/>
                <a:moveTo>
                  <a:pt x="56600" y="83039"/>
                </a:moveTo>
                <a:cubicBezTo>
                  <a:pt x="61211" y="86254"/>
                  <a:pt x="62311" y="92599"/>
                  <a:pt x="59096" y="97168"/>
                </a:cubicBezTo>
                <a:lnTo>
                  <a:pt x="35407" y="131009"/>
                </a:lnTo>
                <a:cubicBezTo>
                  <a:pt x="33672" y="133463"/>
                  <a:pt x="30965" y="135028"/>
                  <a:pt x="27962" y="135282"/>
                </a:cubicBezTo>
                <a:cubicBezTo>
                  <a:pt x="24958" y="135536"/>
                  <a:pt x="21997" y="134520"/>
                  <a:pt x="19882" y="132405"/>
                </a:cubicBezTo>
                <a:lnTo>
                  <a:pt x="2961" y="115484"/>
                </a:lnTo>
                <a:cubicBezTo>
                  <a:pt x="-1015" y="111508"/>
                  <a:pt x="-1015" y="105078"/>
                  <a:pt x="2961" y="101144"/>
                </a:cubicBezTo>
                <a:cubicBezTo>
                  <a:pt x="6938" y="97210"/>
                  <a:pt x="13367" y="97168"/>
                  <a:pt x="17302" y="101144"/>
                </a:cubicBezTo>
                <a:lnTo>
                  <a:pt x="25677" y="109520"/>
                </a:lnTo>
                <a:lnTo>
                  <a:pt x="42429" y="85577"/>
                </a:lnTo>
                <a:cubicBezTo>
                  <a:pt x="45644" y="80966"/>
                  <a:pt x="51989" y="79866"/>
                  <a:pt x="56558" y="83081"/>
                </a:cubicBezTo>
                <a:close/>
                <a:moveTo>
                  <a:pt x="94756" y="40610"/>
                </a:moveTo>
                <a:cubicBezTo>
                  <a:pt x="94756" y="33122"/>
                  <a:pt x="100806" y="27073"/>
                  <a:pt x="108293" y="27073"/>
                </a:cubicBezTo>
                <a:lnTo>
                  <a:pt x="203050" y="27073"/>
                </a:lnTo>
                <a:cubicBezTo>
                  <a:pt x="210537" y="27073"/>
                  <a:pt x="216586" y="33122"/>
                  <a:pt x="216586" y="40610"/>
                </a:cubicBezTo>
                <a:cubicBezTo>
                  <a:pt x="216586" y="48097"/>
                  <a:pt x="210537" y="54147"/>
                  <a:pt x="203050" y="54147"/>
                </a:cubicBezTo>
                <a:lnTo>
                  <a:pt x="108293" y="54147"/>
                </a:lnTo>
                <a:cubicBezTo>
                  <a:pt x="100806" y="54147"/>
                  <a:pt x="94756" y="48097"/>
                  <a:pt x="94756" y="40610"/>
                </a:cubicBezTo>
                <a:close/>
                <a:moveTo>
                  <a:pt x="94756" y="108293"/>
                </a:moveTo>
                <a:cubicBezTo>
                  <a:pt x="94756" y="100806"/>
                  <a:pt x="100806" y="94756"/>
                  <a:pt x="108293" y="94756"/>
                </a:cubicBezTo>
                <a:lnTo>
                  <a:pt x="203050" y="94756"/>
                </a:lnTo>
                <a:cubicBezTo>
                  <a:pt x="210537" y="94756"/>
                  <a:pt x="216586" y="100806"/>
                  <a:pt x="216586" y="108293"/>
                </a:cubicBezTo>
                <a:cubicBezTo>
                  <a:pt x="216586" y="115781"/>
                  <a:pt x="210537" y="121830"/>
                  <a:pt x="203050" y="121830"/>
                </a:cubicBezTo>
                <a:lnTo>
                  <a:pt x="108293" y="121830"/>
                </a:lnTo>
                <a:cubicBezTo>
                  <a:pt x="100806" y="121830"/>
                  <a:pt x="94756" y="115781"/>
                  <a:pt x="94756" y="108293"/>
                </a:cubicBezTo>
                <a:close/>
                <a:moveTo>
                  <a:pt x="67683" y="175976"/>
                </a:moveTo>
                <a:cubicBezTo>
                  <a:pt x="67683" y="168489"/>
                  <a:pt x="73732" y="162440"/>
                  <a:pt x="81220" y="162440"/>
                </a:cubicBezTo>
                <a:lnTo>
                  <a:pt x="203050" y="162440"/>
                </a:lnTo>
                <a:cubicBezTo>
                  <a:pt x="210537" y="162440"/>
                  <a:pt x="216586" y="168489"/>
                  <a:pt x="216586" y="175976"/>
                </a:cubicBezTo>
                <a:cubicBezTo>
                  <a:pt x="216586" y="183464"/>
                  <a:pt x="210537" y="189513"/>
                  <a:pt x="203050" y="189513"/>
                </a:cubicBezTo>
                <a:lnTo>
                  <a:pt x="81220" y="189513"/>
                </a:lnTo>
                <a:cubicBezTo>
                  <a:pt x="73732" y="189513"/>
                  <a:pt x="67683" y="183464"/>
                  <a:pt x="67683" y="175976"/>
                </a:cubicBezTo>
                <a:close/>
                <a:moveTo>
                  <a:pt x="27073" y="159056"/>
                </a:moveTo>
                <a:cubicBezTo>
                  <a:pt x="36412" y="159056"/>
                  <a:pt x="43994" y="166637"/>
                  <a:pt x="43994" y="175976"/>
                </a:cubicBezTo>
                <a:cubicBezTo>
                  <a:pt x="43994" y="185315"/>
                  <a:pt x="36412" y="192897"/>
                  <a:pt x="27073" y="192897"/>
                </a:cubicBezTo>
                <a:cubicBezTo>
                  <a:pt x="17734" y="192897"/>
                  <a:pt x="10152" y="185315"/>
                  <a:pt x="10152" y="175976"/>
                </a:cubicBezTo>
                <a:cubicBezTo>
                  <a:pt x="10152" y="166637"/>
                  <a:pt x="17734" y="159056"/>
                  <a:pt x="27073" y="1590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5127" y="3862454"/>
            <a:ext cx="7084175" cy="830247"/>
          </a:xfrm>
          <a:custGeom>
            <a:avLst/>
            <a:gdLst/>
            <a:ahLst/>
            <a:cxnLst/>
            <a:rect l="l" t="t" r="r" b="b"/>
            <a:pathLst>
              <a:path w="7084175" h="830247">
                <a:moveTo>
                  <a:pt x="108289" y="0"/>
                </a:moveTo>
                <a:lnTo>
                  <a:pt x="6975886" y="0"/>
                </a:lnTo>
                <a:cubicBezTo>
                  <a:pt x="7035692" y="0"/>
                  <a:pt x="7084175" y="48483"/>
                  <a:pt x="7084175" y="108289"/>
                </a:cubicBezTo>
                <a:lnTo>
                  <a:pt x="7084175" y="721958"/>
                </a:lnTo>
                <a:cubicBezTo>
                  <a:pt x="7084175" y="781765"/>
                  <a:pt x="7035692" y="830247"/>
                  <a:pt x="6975886" y="830247"/>
                </a:cubicBezTo>
                <a:lnTo>
                  <a:pt x="108289" y="830247"/>
                </a:lnTo>
                <a:cubicBezTo>
                  <a:pt x="48483" y="830247"/>
                  <a:pt x="0" y="781765"/>
                  <a:pt x="0" y="721958"/>
                </a:cubicBezTo>
                <a:lnTo>
                  <a:pt x="0" y="108289"/>
                </a:lnTo>
                <a:cubicBezTo>
                  <a:pt x="0" y="48523"/>
                  <a:pt x="48523" y="0"/>
                  <a:pt x="10828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1299517" y="4006845"/>
            <a:ext cx="194025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Manager Assigns Tasks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02145" y="4006845"/>
            <a:ext cx="694881" cy="252684"/>
          </a:xfrm>
          <a:custGeom>
            <a:avLst/>
            <a:gdLst/>
            <a:ahLst/>
            <a:cxnLst/>
            <a:rect l="l" t="t" r="r" b="b"/>
            <a:pathLst>
              <a:path w="694881" h="252684">
                <a:moveTo>
                  <a:pt x="126342" y="0"/>
                </a:moveTo>
                <a:lnTo>
                  <a:pt x="568539" y="0"/>
                </a:lnTo>
                <a:cubicBezTo>
                  <a:pt x="638316" y="0"/>
                  <a:pt x="694881" y="56565"/>
                  <a:pt x="694881" y="126342"/>
                </a:cubicBezTo>
                <a:lnTo>
                  <a:pt x="694881" y="126342"/>
                </a:lnTo>
                <a:cubicBezTo>
                  <a:pt x="694881" y="196119"/>
                  <a:pt x="638316" y="252684"/>
                  <a:pt x="568539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02145" y="4006845"/>
            <a:ext cx="758052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9517" y="4331725"/>
            <a:ext cx="686758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hiring, the team manager assigns onboarding tasks and sets performance goals for the new employee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0977" y="4692702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44391" y="0"/>
                </a:moveTo>
                <a:lnTo>
                  <a:pt x="433172" y="0"/>
                </a:lnTo>
                <a:cubicBezTo>
                  <a:pt x="512917" y="0"/>
                  <a:pt x="577563" y="64646"/>
                  <a:pt x="577563" y="144391"/>
                </a:cubicBezTo>
                <a:lnTo>
                  <a:pt x="577563" y="433172"/>
                </a:lnTo>
                <a:cubicBezTo>
                  <a:pt x="577563" y="512917"/>
                  <a:pt x="512917" y="577563"/>
                  <a:pt x="433172" y="577563"/>
                </a:cubicBezTo>
                <a:lnTo>
                  <a:pt x="144391" y="577563"/>
                </a:lnTo>
                <a:cubicBezTo>
                  <a:pt x="64646" y="577563"/>
                  <a:pt x="0" y="512917"/>
                  <a:pt x="0" y="433172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DC2626"/>
          </a:solidFill>
          <a:ln/>
          <a:effectLst>
            <a:outerShdw blurRad="135366" dist="902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4392" y="4873190"/>
            <a:ext cx="270733" cy="216586"/>
          </a:xfrm>
          <a:custGeom>
            <a:avLst/>
            <a:gdLst/>
            <a:ahLst/>
            <a:cxnLst/>
            <a:rect l="l" t="t" r="r" b="b"/>
            <a:pathLst>
              <a:path w="270733" h="216586">
                <a:moveTo>
                  <a:pt x="27116" y="27073"/>
                </a:moveTo>
                <a:cubicBezTo>
                  <a:pt x="27116" y="12141"/>
                  <a:pt x="39256" y="0"/>
                  <a:pt x="54189" y="0"/>
                </a:cubicBezTo>
                <a:lnTo>
                  <a:pt x="117430" y="0"/>
                </a:lnTo>
                <a:cubicBezTo>
                  <a:pt x="124622" y="0"/>
                  <a:pt x="131517" y="2834"/>
                  <a:pt x="136593" y="7910"/>
                </a:cubicBezTo>
                <a:lnTo>
                  <a:pt x="181602" y="53004"/>
                </a:lnTo>
                <a:cubicBezTo>
                  <a:pt x="186679" y="58081"/>
                  <a:pt x="189513" y="64976"/>
                  <a:pt x="189513" y="72167"/>
                </a:cubicBezTo>
                <a:lnTo>
                  <a:pt x="189513" y="113412"/>
                </a:lnTo>
                <a:lnTo>
                  <a:pt x="133674" y="169250"/>
                </a:lnTo>
                <a:lnTo>
                  <a:pt x="115865" y="169250"/>
                </a:lnTo>
                <a:lnTo>
                  <a:pt x="109055" y="146576"/>
                </a:lnTo>
                <a:cubicBezTo>
                  <a:pt x="107066" y="139935"/>
                  <a:pt x="100975" y="135409"/>
                  <a:pt x="94037" y="135409"/>
                </a:cubicBezTo>
                <a:cubicBezTo>
                  <a:pt x="89257" y="135409"/>
                  <a:pt x="84773" y="137566"/>
                  <a:pt x="81812" y="141289"/>
                </a:cubicBezTo>
                <a:lnTo>
                  <a:pt x="56389" y="173015"/>
                </a:lnTo>
                <a:cubicBezTo>
                  <a:pt x="52877" y="177372"/>
                  <a:pt x="53597" y="183802"/>
                  <a:pt x="57954" y="187271"/>
                </a:cubicBezTo>
                <a:cubicBezTo>
                  <a:pt x="62311" y="190740"/>
                  <a:pt x="68741" y="190063"/>
                  <a:pt x="72210" y="185663"/>
                </a:cubicBezTo>
                <a:lnTo>
                  <a:pt x="92134" y="160790"/>
                </a:lnTo>
                <a:lnTo>
                  <a:pt x="98564" y="182237"/>
                </a:lnTo>
                <a:cubicBezTo>
                  <a:pt x="99833" y="186552"/>
                  <a:pt x="103809" y="189471"/>
                  <a:pt x="108293" y="189471"/>
                </a:cubicBezTo>
                <a:lnTo>
                  <a:pt x="121618" y="189471"/>
                </a:lnTo>
                <a:cubicBezTo>
                  <a:pt x="121238" y="190782"/>
                  <a:pt x="120899" y="192136"/>
                  <a:pt x="120645" y="193489"/>
                </a:cubicBezTo>
                <a:lnTo>
                  <a:pt x="116034" y="216544"/>
                </a:lnTo>
                <a:lnTo>
                  <a:pt x="54189" y="216544"/>
                </a:lnTo>
                <a:cubicBezTo>
                  <a:pt x="39256" y="216544"/>
                  <a:pt x="27116" y="204403"/>
                  <a:pt x="27116" y="189471"/>
                </a:cubicBezTo>
                <a:lnTo>
                  <a:pt x="27116" y="27031"/>
                </a:lnTo>
                <a:close/>
                <a:moveTo>
                  <a:pt x="115104" y="24747"/>
                </a:moveTo>
                <a:lnTo>
                  <a:pt x="115104" y="64299"/>
                </a:lnTo>
                <a:cubicBezTo>
                  <a:pt x="115104" y="69925"/>
                  <a:pt x="119630" y="74452"/>
                  <a:pt x="125256" y="74452"/>
                </a:cubicBezTo>
                <a:lnTo>
                  <a:pt x="164809" y="74452"/>
                </a:lnTo>
                <a:lnTo>
                  <a:pt x="115104" y="24747"/>
                </a:lnTo>
                <a:close/>
                <a:moveTo>
                  <a:pt x="140570" y="197508"/>
                </a:moveTo>
                <a:cubicBezTo>
                  <a:pt x="141627" y="192263"/>
                  <a:pt x="144208" y="187440"/>
                  <a:pt x="147972" y="183675"/>
                </a:cubicBezTo>
                <a:lnTo>
                  <a:pt x="198269" y="133378"/>
                </a:lnTo>
                <a:lnTo>
                  <a:pt x="232111" y="167220"/>
                </a:lnTo>
                <a:lnTo>
                  <a:pt x="181814" y="217517"/>
                </a:lnTo>
                <a:cubicBezTo>
                  <a:pt x="178049" y="221282"/>
                  <a:pt x="173227" y="223862"/>
                  <a:pt x="167981" y="224920"/>
                </a:cubicBezTo>
                <a:lnTo>
                  <a:pt x="142769" y="229954"/>
                </a:lnTo>
                <a:cubicBezTo>
                  <a:pt x="142389" y="230038"/>
                  <a:pt x="141966" y="230081"/>
                  <a:pt x="141542" y="230081"/>
                </a:cubicBezTo>
                <a:cubicBezTo>
                  <a:pt x="138158" y="230081"/>
                  <a:pt x="135366" y="227331"/>
                  <a:pt x="135366" y="223904"/>
                </a:cubicBezTo>
                <a:cubicBezTo>
                  <a:pt x="135366" y="223481"/>
                  <a:pt x="135409" y="223101"/>
                  <a:pt x="135493" y="222678"/>
                </a:cubicBezTo>
                <a:lnTo>
                  <a:pt x="140527" y="197466"/>
                </a:lnTo>
                <a:close/>
                <a:moveTo>
                  <a:pt x="253854" y="145477"/>
                </a:moveTo>
                <a:lnTo>
                  <a:pt x="241671" y="157660"/>
                </a:lnTo>
                <a:lnTo>
                  <a:pt x="207830" y="123818"/>
                </a:lnTo>
                <a:lnTo>
                  <a:pt x="220013" y="111635"/>
                </a:lnTo>
                <a:cubicBezTo>
                  <a:pt x="229361" y="102286"/>
                  <a:pt x="244506" y="102286"/>
                  <a:pt x="253854" y="111635"/>
                </a:cubicBezTo>
                <a:cubicBezTo>
                  <a:pt x="263203" y="120984"/>
                  <a:pt x="263203" y="136128"/>
                  <a:pt x="253854" y="1454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5127" y="4692702"/>
            <a:ext cx="7084175" cy="830247"/>
          </a:xfrm>
          <a:custGeom>
            <a:avLst/>
            <a:gdLst/>
            <a:ahLst/>
            <a:cxnLst/>
            <a:rect l="l" t="t" r="r" b="b"/>
            <a:pathLst>
              <a:path w="7084175" h="830247">
                <a:moveTo>
                  <a:pt x="108289" y="0"/>
                </a:moveTo>
                <a:lnTo>
                  <a:pt x="6975886" y="0"/>
                </a:lnTo>
                <a:cubicBezTo>
                  <a:pt x="7035692" y="0"/>
                  <a:pt x="7084175" y="48483"/>
                  <a:pt x="7084175" y="108289"/>
                </a:cubicBezTo>
                <a:lnTo>
                  <a:pt x="7084175" y="721958"/>
                </a:lnTo>
                <a:cubicBezTo>
                  <a:pt x="7084175" y="781765"/>
                  <a:pt x="7035692" y="830247"/>
                  <a:pt x="6975886" y="830247"/>
                </a:cubicBezTo>
                <a:lnTo>
                  <a:pt x="108289" y="830247"/>
                </a:lnTo>
                <a:cubicBezTo>
                  <a:pt x="48483" y="830247"/>
                  <a:pt x="0" y="781765"/>
                  <a:pt x="0" y="721958"/>
                </a:cubicBezTo>
                <a:lnTo>
                  <a:pt x="0" y="108289"/>
                </a:lnTo>
                <a:cubicBezTo>
                  <a:pt x="0" y="48523"/>
                  <a:pt x="48523" y="0"/>
                  <a:pt x="10828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1299517" y="4837093"/>
            <a:ext cx="161537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Document Request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33756" y="4837093"/>
            <a:ext cx="758052" cy="252684"/>
          </a:xfrm>
          <a:custGeom>
            <a:avLst/>
            <a:gdLst/>
            <a:ahLst/>
            <a:cxnLst/>
            <a:rect l="l" t="t" r="r" b="b"/>
            <a:pathLst>
              <a:path w="758052" h="252684">
                <a:moveTo>
                  <a:pt x="126342" y="0"/>
                </a:moveTo>
                <a:lnTo>
                  <a:pt x="631710" y="0"/>
                </a:lnTo>
                <a:cubicBezTo>
                  <a:pt x="701487" y="0"/>
                  <a:pt x="758052" y="56565"/>
                  <a:pt x="758052" y="126342"/>
                </a:cubicBezTo>
                <a:lnTo>
                  <a:pt x="758052" y="126342"/>
                </a:lnTo>
                <a:cubicBezTo>
                  <a:pt x="758052" y="196119"/>
                  <a:pt x="701487" y="252684"/>
                  <a:pt x="631710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33756" y="4837093"/>
            <a:ext cx="821223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9517" y="5161972"/>
            <a:ext cx="686758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requests an employment certificate through the system for a bank loan application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60977" y="5522949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44391" y="0"/>
                </a:moveTo>
                <a:lnTo>
                  <a:pt x="433172" y="0"/>
                </a:lnTo>
                <a:cubicBezTo>
                  <a:pt x="512917" y="0"/>
                  <a:pt x="577563" y="64646"/>
                  <a:pt x="577563" y="144391"/>
                </a:cubicBezTo>
                <a:lnTo>
                  <a:pt x="577563" y="433172"/>
                </a:lnTo>
                <a:cubicBezTo>
                  <a:pt x="577563" y="512917"/>
                  <a:pt x="512917" y="577563"/>
                  <a:pt x="433172" y="577563"/>
                </a:cubicBezTo>
                <a:lnTo>
                  <a:pt x="144391" y="577563"/>
                </a:lnTo>
                <a:cubicBezTo>
                  <a:pt x="64646" y="577563"/>
                  <a:pt x="0" y="512917"/>
                  <a:pt x="0" y="433172"/>
                </a:cubicBezTo>
                <a:lnTo>
                  <a:pt x="0" y="144391"/>
                </a:lnTo>
                <a:cubicBezTo>
                  <a:pt x="0" y="64646"/>
                  <a:pt x="64646" y="0"/>
                  <a:pt x="144391" y="0"/>
                </a:cubicBezTo>
                <a:close/>
              </a:path>
            </a:pathLst>
          </a:custGeom>
          <a:solidFill>
            <a:srgbClr val="D97706"/>
          </a:solidFill>
          <a:ln/>
          <a:effectLst>
            <a:outerShdw blurRad="135366" dist="9024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1466" y="5703437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27073" y="27073"/>
                </a:moveTo>
                <a:cubicBezTo>
                  <a:pt x="12141" y="27073"/>
                  <a:pt x="0" y="39214"/>
                  <a:pt x="0" y="54147"/>
                </a:cubicBezTo>
                <a:lnTo>
                  <a:pt x="0" y="162440"/>
                </a:lnTo>
                <a:cubicBezTo>
                  <a:pt x="0" y="177372"/>
                  <a:pt x="12141" y="189513"/>
                  <a:pt x="27073" y="189513"/>
                </a:cubicBezTo>
                <a:lnTo>
                  <a:pt x="189513" y="189513"/>
                </a:lnTo>
                <a:cubicBezTo>
                  <a:pt x="204446" y="189513"/>
                  <a:pt x="216586" y="177372"/>
                  <a:pt x="216586" y="162440"/>
                </a:cubicBezTo>
                <a:lnTo>
                  <a:pt x="216586" y="54147"/>
                </a:lnTo>
                <a:cubicBezTo>
                  <a:pt x="216586" y="39214"/>
                  <a:pt x="204446" y="27073"/>
                  <a:pt x="189513" y="27073"/>
                </a:cubicBezTo>
                <a:lnTo>
                  <a:pt x="27073" y="27073"/>
                </a:lnTo>
                <a:close/>
                <a:moveTo>
                  <a:pt x="125214" y="121830"/>
                </a:moveTo>
                <a:lnTo>
                  <a:pt x="179360" y="121830"/>
                </a:lnTo>
                <a:cubicBezTo>
                  <a:pt x="184987" y="121830"/>
                  <a:pt x="189513" y="126356"/>
                  <a:pt x="189513" y="131982"/>
                </a:cubicBezTo>
                <a:cubicBezTo>
                  <a:pt x="189513" y="137608"/>
                  <a:pt x="184987" y="142135"/>
                  <a:pt x="179360" y="142135"/>
                </a:cubicBezTo>
                <a:lnTo>
                  <a:pt x="125214" y="142135"/>
                </a:lnTo>
                <a:cubicBezTo>
                  <a:pt x="119588" y="142135"/>
                  <a:pt x="115061" y="137608"/>
                  <a:pt x="115061" y="131982"/>
                </a:cubicBezTo>
                <a:cubicBezTo>
                  <a:pt x="115061" y="126356"/>
                  <a:pt x="119588" y="121830"/>
                  <a:pt x="125214" y="121830"/>
                </a:cubicBezTo>
                <a:close/>
                <a:moveTo>
                  <a:pt x="115061" y="84604"/>
                </a:moveTo>
                <a:cubicBezTo>
                  <a:pt x="115061" y="78978"/>
                  <a:pt x="119588" y="74452"/>
                  <a:pt x="125214" y="74452"/>
                </a:cubicBezTo>
                <a:lnTo>
                  <a:pt x="179360" y="74452"/>
                </a:lnTo>
                <a:cubicBezTo>
                  <a:pt x="184987" y="74452"/>
                  <a:pt x="189513" y="78978"/>
                  <a:pt x="189513" y="84604"/>
                </a:cubicBezTo>
                <a:cubicBezTo>
                  <a:pt x="189513" y="90230"/>
                  <a:pt x="184987" y="94756"/>
                  <a:pt x="179360" y="94756"/>
                </a:cubicBezTo>
                <a:lnTo>
                  <a:pt x="125214" y="94756"/>
                </a:lnTo>
                <a:cubicBezTo>
                  <a:pt x="119588" y="94756"/>
                  <a:pt x="115061" y="90230"/>
                  <a:pt x="115061" y="84604"/>
                </a:cubicBezTo>
                <a:close/>
                <a:moveTo>
                  <a:pt x="62607" y="60915"/>
                </a:moveTo>
                <a:cubicBezTo>
                  <a:pt x="67260" y="60915"/>
                  <a:pt x="71067" y="64722"/>
                  <a:pt x="71067" y="69375"/>
                </a:cubicBezTo>
                <a:lnTo>
                  <a:pt x="71067" y="71067"/>
                </a:lnTo>
                <a:lnTo>
                  <a:pt x="74452" y="71067"/>
                </a:lnTo>
                <a:cubicBezTo>
                  <a:pt x="79105" y="71067"/>
                  <a:pt x="82912" y="74875"/>
                  <a:pt x="82912" y="79528"/>
                </a:cubicBezTo>
                <a:cubicBezTo>
                  <a:pt x="82912" y="84181"/>
                  <a:pt x="79105" y="87988"/>
                  <a:pt x="74452" y="87988"/>
                </a:cubicBezTo>
                <a:lnTo>
                  <a:pt x="54358" y="87988"/>
                </a:lnTo>
                <a:cubicBezTo>
                  <a:pt x="51439" y="87988"/>
                  <a:pt x="49070" y="90357"/>
                  <a:pt x="49070" y="93276"/>
                </a:cubicBezTo>
                <a:cubicBezTo>
                  <a:pt x="49070" y="95856"/>
                  <a:pt x="50932" y="98056"/>
                  <a:pt x="53470" y="98479"/>
                </a:cubicBezTo>
                <a:lnTo>
                  <a:pt x="71110" y="101440"/>
                </a:lnTo>
                <a:cubicBezTo>
                  <a:pt x="81812" y="103217"/>
                  <a:pt x="89680" y="112481"/>
                  <a:pt x="89680" y="123353"/>
                </a:cubicBezTo>
                <a:cubicBezTo>
                  <a:pt x="89680" y="134393"/>
                  <a:pt x="81643" y="143531"/>
                  <a:pt x="71067" y="145265"/>
                </a:cubicBezTo>
                <a:lnTo>
                  <a:pt x="71067" y="147253"/>
                </a:lnTo>
                <a:cubicBezTo>
                  <a:pt x="71067" y="151906"/>
                  <a:pt x="67260" y="155714"/>
                  <a:pt x="62607" y="155714"/>
                </a:cubicBezTo>
                <a:cubicBezTo>
                  <a:pt x="57954" y="155714"/>
                  <a:pt x="54147" y="151906"/>
                  <a:pt x="54147" y="147253"/>
                </a:cubicBezTo>
                <a:lnTo>
                  <a:pt x="54147" y="145561"/>
                </a:lnTo>
                <a:lnTo>
                  <a:pt x="43994" y="145561"/>
                </a:lnTo>
                <a:cubicBezTo>
                  <a:pt x="39341" y="145561"/>
                  <a:pt x="35534" y="141754"/>
                  <a:pt x="35534" y="137101"/>
                </a:cubicBezTo>
                <a:cubicBezTo>
                  <a:pt x="35534" y="132448"/>
                  <a:pt x="39341" y="128640"/>
                  <a:pt x="43994" y="128640"/>
                </a:cubicBezTo>
                <a:lnTo>
                  <a:pt x="67472" y="128640"/>
                </a:lnTo>
                <a:cubicBezTo>
                  <a:pt x="70391" y="128640"/>
                  <a:pt x="72759" y="126271"/>
                  <a:pt x="72759" y="123353"/>
                </a:cubicBezTo>
                <a:cubicBezTo>
                  <a:pt x="72759" y="120772"/>
                  <a:pt x="70898" y="118573"/>
                  <a:pt x="68360" y="118149"/>
                </a:cubicBezTo>
                <a:lnTo>
                  <a:pt x="50720" y="115188"/>
                </a:lnTo>
                <a:cubicBezTo>
                  <a:pt x="39975" y="113369"/>
                  <a:pt x="32150" y="104105"/>
                  <a:pt x="32150" y="93276"/>
                </a:cubicBezTo>
                <a:cubicBezTo>
                  <a:pt x="32150" y="81093"/>
                  <a:pt x="41964" y="71194"/>
                  <a:pt x="54147" y="71067"/>
                </a:cubicBezTo>
                <a:lnTo>
                  <a:pt x="54147" y="69375"/>
                </a:lnTo>
                <a:cubicBezTo>
                  <a:pt x="54147" y="64722"/>
                  <a:pt x="57954" y="60915"/>
                  <a:pt x="62607" y="609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5127" y="5522949"/>
            <a:ext cx="7084175" cy="1046833"/>
          </a:xfrm>
          <a:custGeom>
            <a:avLst/>
            <a:gdLst/>
            <a:ahLst/>
            <a:cxnLst/>
            <a:rect l="l" t="t" r="r" b="b"/>
            <a:pathLst>
              <a:path w="7084175" h="1046833">
                <a:moveTo>
                  <a:pt x="108295" y="0"/>
                </a:moveTo>
                <a:lnTo>
                  <a:pt x="6975880" y="0"/>
                </a:lnTo>
                <a:cubicBezTo>
                  <a:pt x="7035689" y="0"/>
                  <a:pt x="7084175" y="48485"/>
                  <a:pt x="7084175" y="108295"/>
                </a:cubicBezTo>
                <a:lnTo>
                  <a:pt x="7084175" y="938539"/>
                </a:lnTo>
                <a:cubicBezTo>
                  <a:pt x="7084175" y="998348"/>
                  <a:pt x="7035689" y="1046833"/>
                  <a:pt x="6975880" y="1046833"/>
                </a:cubicBezTo>
                <a:lnTo>
                  <a:pt x="108295" y="1046833"/>
                </a:lnTo>
                <a:cubicBezTo>
                  <a:pt x="48485" y="1046833"/>
                  <a:pt x="0" y="998348"/>
                  <a:pt x="0" y="938539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1299517" y="5667340"/>
            <a:ext cx="152512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Payroll Processed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0795" y="5667340"/>
            <a:ext cx="767076" cy="252684"/>
          </a:xfrm>
          <a:custGeom>
            <a:avLst/>
            <a:gdLst/>
            <a:ahLst/>
            <a:cxnLst/>
            <a:rect l="l" t="t" r="r" b="b"/>
            <a:pathLst>
              <a:path w="767076" h="252684">
                <a:moveTo>
                  <a:pt x="126342" y="0"/>
                </a:moveTo>
                <a:lnTo>
                  <a:pt x="640734" y="0"/>
                </a:lnTo>
                <a:cubicBezTo>
                  <a:pt x="710511" y="0"/>
                  <a:pt x="767076" y="56565"/>
                  <a:pt x="767076" y="126342"/>
                </a:cubicBezTo>
                <a:lnTo>
                  <a:pt x="767076" y="126342"/>
                </a:lnTo>
                <a:cubicBezTo>
                  <a:pt x="767076" y="196119"/>
                  <a:pt x="710511" y="252684"/>
                  <a:pt x="640734" y="252684"/>
                </a:cubicBezTo>
                <a:lnTo>
                  <a:pt x="126342" y="252684"/>
                </a:lnTo>
                <a:cubicBezTo>
                  <a:pt x="56565" y="252684"/>
                  <a:pt x="0" y="196119"/>
                  <a:pt x="0" y="126342"/>
                </a:cubicBezTo>
                <a:lnTo>
                  <a:pt x="0" y="126342"/>
                </a:lnTo>
                <a:cubicBezTo>
                  <a:pt x="0" y="56565"/>
                  <a:pt x="56565" y="0"/>
                  <a:pt x="126342" y="0"/>
                </a:cubicBezTo>
                <a:close/>
              </a:path>
            </a:pathLst>
          </a:custGeom>
          <a:solidFill>
            <a:srgbClr val="D97706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30795" y="5667340"/>
            <a:ext cx="830247" cy="252684"/>
          </a:xfrm>
          <a:prstGeom prst="rect">
            <a:avLst/>
          </a:prstGeom>
          <a:noFill/>
          <a:ln/>
        </p:spPr>
        <p:txBody>
          <a:bodyPr wrap="square" lIns="108293" tIns="36098" rIns="108293" bIns="36098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Action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99517" y="5992219"/>
            <a:ext cx="6867588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processes monthly payroll, calculates salary with attendance data, and generates payslips for all employees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455605" y="1696592"/>
            <a:ext cx="3375135" cy="3483429"/>
          </a:xfrm>
          <a:custGeom>
            <a:avLst/>
            <a:gdLst/>
            <a:ahLst/>
            <a:cxnLst/>
            <a:rect l="l" t="t" r="r" b="b"/>
            <a:pathLst>
              <a:path w="3375135" h="3483429">
                <a:moveTo>
                  <a:pt x="144388" y="0"/>
                </a:moveTo>
                <a:lnTo>
                  <a:pt x="3230747" y="0"/>
                </a:lnTo>
                <a:cubicBezTo>
                  <a:pt x="3310491" y="0"/>
                  <a:pt x="3375135" y="64645"/>
                  <a:pt x="3375135" y="144388"/>
                </a:cubicBezTo>
                <a:lnTo>
                  <a:pt x="3375135" y="3339040"/>
                </a:lnTo>
                <a:cubicBezTo>
                  <a:pt x="3375135" y="3418784"/>
                  <a:pt x="3310491" y="3483429"/>
                  <a:pt x="3230747" y="3483429"/>
                </a:cubicBezTo>
                <a:lnTo>
                  <a:pt x="144388" y="3483429"/>
                </a:lnTo>
                <a:cubicBezTo>
                  <a:pt x="64645" y="3483429"/>
                  <a:pt x="0" y="3418784"/>
                  <a:pt x="0" y="3339040"/>
                </a:cubicBezTo>
                <a:lnTo>
                  <a:pt x="0" y="144388"/>
                </a:lnTo>
                <a:cubicBezTo>
                  <a:pt x="0" y="64698"/>
                  <a:pt x="64698" y="0"/>
                  <a:pt x="14438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100000">
                <a:srgbClr val="4A5568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8647375" y="1913178"/>
            <a:ext cx="203050" cy="180489"/>
          </a:xfrm>
          <a:custGeom>
            <a:avLst/>
            <a:gdLst/>
            <a:ahLst/>
            <a:cxnLst/>
            <a:rect l="l" t="t" r="r" b="b"/>
            <a:pathLst>
              <a:path w="203050" h="180489">
                <a:moveTo>
                  <a:pt x="147881" y="33842"/>
                </a:moveTo>
                <a:cubicBezTo>
                  <a:pt x="142029" y="33842"/>
                  <a:pt x="136353" y="35428"/>
                  <a:pt x="131383" y="38319"/>
                </a:cubicBezTo>
                <a:cubicBezTo>
                  <a:pt x="125813" y="32678"/>
                  <a:pt x="119327" y="27955"/>
                  <a:pt x="112171" y="24394"/>
                </a:cubicBezTo>
                <a:cubicBezTo>
                  <a:pt x="122112" y="15934"/>
                  <a:pt x="134767" y="11281"/>
                  <a:pt x="147881" y="11281"/>
                </a:cubicBezTo>
                <a:cubicBezTo>
                  <a:pt x="178338" y="11281"/>
                  <a:pt x="203050" y="35957"/>
                  <a:pt x="203050" y="66449"/>
                </a:cubicBezTo>
                <a:cubicBezTo>
                  <a:pt x="203050" y="81079"/>
                  <a:pt x="197233" y="95109"/>
                  <a:pt x="186904" y="105438"/>
                </a:cubicBezTo>
                <a:lnTo>
                  <a:pt x="161840" y="130502"/>
                </a:lnTo>
                <a:cubicBezTo>
                  <a:pt x="151512" y="140830"/>
                  <a:pt x="137481" y="146647"/>
                  <a:pt x="122852" y="146647"/>
                </a:cubicBezTo>
                <a:cubicBezTo>
                  <a:pt x="92395" y="146647"/>
                  <a:pt x="67683" y="121971"/>
                  <a:pt x="67683" y="91478"/>
                </a:cubicBezTo>
                <a:cubicBezTo>
                  <a:pt x="67683" y="90949"/>
                  <a:pt x="67683" y="90421"/>
                  <a:pt x="67718" y="89892"/>
                </a:cubicBezTo>
                <a:cubicBezTo>
                  <a:pt x="67895" y="83652"/>
                  <a:pt x="73077" y="78752"/>
                  <a:pt x="79316" y="78928"/>
                </a:cubicBezTo>
                <a:cubicBezTo>
                  <a:pt x="85556" y="79105"/>
                  <a:pt x="90456" y="84287"/>
                  <a:pt x="90280" y="90526"/>
                </a:cubicBezTo>
                <a:cubicBezTo>
                  <a:pt x="90280" y="90844"/>
                  <a:pt x="90280" y="91161"/>
                  <a:pt x="90280" y="91443"/>
                </a:cubicBezTo>
                <a:cubicBezTo>
                  <a:pt x="90280" y="109456"/>
                  <a:pt x="104874" y="124051"/>
                  <a:pt x="122887" y="124051"/>
                </a:cubicBezTo>
                <a:cubicBezTo>
                  <a:pt x="131524" y="124051"/>
                  <a:pt x="139808" y="120631"/>
                  <a:pt x="145942" y="114497"/>
                </a:cubicBezTo>
                <a:lnTo>
                  <a:pt x="171006" y="89433"/>
                </a:lnTo>
                <a:cubicBezTo>
                  <a:pt x="177104" y="83335"/>
                  <a:pt x="180559" y="75016"/>
                  <a:pt x="180559" y="66379"/>
                </a:cubicBezTo>
                <a:cubicBezTo>
                  <a:pt x="180559" y="48365"/>
                  <a:pt x="165965" y="33771"/>
                  <a:pt x="147951" y="33771"/>
                </a:cubicBezTo>
                <a:close/>
                <a:moveTo>
                  <a:pt x="97013" y="61091"/>
                </a:moveTo>
                <a:cubicBezTo>
                  <a:pt x="96343" y="60809"/>
                  <a:pt x="95673" y="60421"/>
                  <a:pt x="95074" y="59998"/>
                </a:cubicBezTo>
                <a:cubicBezTo>
                  <a:pt x="90632" y="57707"/>
                  <a:pt x="85556" y="56403"/>
                  <a:pt x="80233" y="56403"/>
                </a:cubicBezTo>
                <a:cubicBezTo>
                  <a:pt x="71596" y="56403"/>
                  <a:pt x="63312" y="59822"/>
                  <a:pt x="57178" y="65956"/>
                </a:cubicBezTo>
                <a:lnTo>
                  <a:pt x="32114" y="91020"/>
                </a:lnTo>
                <a:cubicBezTo>
                  <a:pt x="26016" y="97118"/>
                  <a:pt x="22561" y="105438"/>
                  <a:pt x="22561" y="114074"/>
                </a:cubicBezTo>
                <a:cubicBezTo>
                  <a:pt x="22561" y="132088"/>
                  <a:pt x="37155" y="146682"/>
                  <a:pt x="55169" y="146682"/>
                </a:cubicBezTo>
                <a:cubicBezTo>
                  <a:pt x="60985" y="146682"/>
                  <a:pt x="66661" y="145131"/>
                  <a:pt x="71631" y="142240"/>
                </a:cubicBezTo>
                <a:cubicBezTo>
                  <a:pt x="77201" y="147881"/>
                  <a:pt x="83687" y="152604"/>
                  <a:pt x="90879" y="156165"/>
                </a:cubicBezTo>
                <a:cubicBezTo>
                  <a:pt x="80938" y="164590"/>
                  <a:pt x="68318" y="169278"/>
                  <a:pt x="55169" y="169278"/>
                </a:cubicBezTo>
                <a:cubicBezTo>
                  <a:pt x="24711" y="169278"/>
                  <a:pt x="0" y="144602"/>
                  <a:pt x="0" y="114110"/>
                </a:cubicBezTo>
                <a:cubicBezTo>
                  <a:pt x="0" y="99480"/>
                  <a:pt x="5817" y="85450"/>
                  <a:pt x="16145" y="75121"/>
                </a:cubicBezTo>
                <a:lnTo>
                  <a:pt x="41209" y="50057"/>
                </a:lnTo>
                <a:cubicBezTo>
                  <a:pt x="51538" y="39729"/>
                  <a:pt x="65568" y="33912"/>
                  <a:pt x="80198" y="33912"/>
                </a:cubicBezTo>
                <a:cubicBezTo>
                  <a:pt x="110725" y="33912"/>
                  <a:pt x="135366" y="58800"/>
                  <a:pt x="135366" y="89222"/>
                </a:cubicBezTo>
                <a:cubicBezTo>
                  <a:pt x="135366" y="89680"/>
                  <a:pt x="135366" y="90139"/>
                  <a:pt x="135366" y="90597"/>
                </a:cubicBezTo>
                <a:cubicBezTo>
                  <a:pt x="135225" y="96836"/>
                  <a:pt x="130043" y="101736"/>
                  <a:pt x="123804" y="101595"/>
                </a:cubicBezTo>
                <a:cubicBezTo>
                  <a:pt x="117564" y="101454"/>
                  <a:pt x="112664" y="96272"/>
                  <a:pt x="112805" y="90033"/>
                </a:cubicBezTo>
                <a:cubicBezTo>
                  <a:pt x="112805" y="89751"/>
                  <a:pt x="112805" y="89504"/>
                  <a:pt x="112805" y="89222"/>
                </a:cubicBezTo>
                <a:cubicBezTo>
                  <a:pt x="112805" y="77342"/>
                  <a:pt x="106460" y="66908"/>
                  <a:pt x="97013" y="611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861705" y="1877081"/>
            <a:ext cx="287879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Operations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36094" y="2274155"/>
            <a:ext cx="3014158" cy="397075"/>
          </a:xfrm>
          <a:custGeom>
            <a:avLst/>
            <a:gdLst/>
            <a:ahLst/>
            <a:cxnLst/>
            <a:rect l="l" t="t" r="r" b="b"/>
            <a:pathLst>
              <a:path w="3014158" h="397075">
                <a:moveTo>
                  <a:pt x="72196" y="0"/>
                </a:moveTo>
                <a:lnTo>
                  <a:pt x="2941962" y="0"/>
                </a:lnTo>
                <a:cubicBezTo>
                  <a:pt x="2981835" y="0"/>
                  <a:pt x="3014158" y="32323"/>
                  <a:pt x="3014158" y="72196"/>
                </a:cubicBezTo>
                <a:lnTo>
                  <a:pt x="3014158" y="324879"/>
                </a:lnTo>
                <a:cubicBezTo>
                  <a:pt x="3014158" y="364751"/>
                  <a:pt x="2981835" y="397075"/>
                  <a:pt x="2941962" y="397075"/>
                </a:cubicBezTo>
                <a:lnTo>
                  <a:pt x="72196" y="397075"/>
                </a:lnTo>
                <a:cubicBezTo>
                  <a:pt x="32323" y="397075"/>
                  <a:pt x="0" y="364751"/>
                  <a:pt x="0" y="324879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762436" y="2400497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9033169" y="2382450"/>
            <a:ext cx="2705213" cy="18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data flow between modules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636094" y="2779523"/>
            <a:ext cx="3014158" cy="397075"/>
          </a:xfrm>
          <a:custGeom>
            <a:avLst/>
            <a:gdLst/>
            <a:ahLst/>
            <a:cxnLst/>
            <a:rect l="l" t="t" r="r" b="b"/>
            <a:pathLst>
              <a:path w="3014158" h="397075">
                <a:moveTo>
                  <a:pt x="72196" y="0"/>
                </a:moveTo>
                <a:lnTo>
                  <a:pt x="2941962" y="0"/>
                </a:lnTo>
                <a:cubicBezTo>
                  <a:pt x="2981835" y="0"/>
                  <a:pt x="3014158" y="32323"/>
                  <a:pt x="3014158" y="72196"/>
                </a:cubicBezTo>
                <a:lnTo>
                  <a:pt x="3014158" y="324879"/>
                </a:lnTo>
                <a:cubicBezTo>
                  <a:pt x="3014158" y="364751"/>
                  <a:pt x="2981835" y="397075"/>
                  <a:pt x="2941962" y="397075"/>
                </a:cubicBezTo>
                <a:lnTo>
                  <a:pt x="72196" y="397075"/>
                </a:lnTo>
                <a:cubicBezTo>
                  <a:pt x="32323" y="397075"/>
                  <a:pt x="0" y="364751"/>
                  <a:pt x="0" y="324879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62436" y="2905865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9033168" y="2887816"/>
            <a:ext cx="264443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 across the platform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636094" y="3284891"/>
            <a:ext cx="3014158" cy="397075"/>
          </a:xfrm>
          <a:custGeom>
            <a:avLst/>
            <a:gdLst/>
            <a:ahLst/>
            <a:cxnLst/>
            <a:rect l="l" t="t" r="r" b="b"/>
            <a:pathLst>
              <a:path w="3014158" h="397075">
                <a:moveTo>
                  <a:pt x="72196" y="0"/>
                </a:moveTo>
                <a:lnTo>
                  <a:pt x="2941962" y="0"/>
                </a:lnTo>
                <a:cubicBezTo>
                  <a:pt x="2981835" y="0"/>
                  <a:pt x="3014158" y="32323"/>
                  <a:pt x="3014158" y="72196"/>
                </a:cubicBezTo>
                <a:lnTo>
                  <a:pt x="3014158" y="324879"/>
                </a:lnTo>
                <a:cubicBezTo>
                  <a:pt x="3014158" y="364751"/>
                  <a:pt x="2981835" y="397075"/>
                  <a:pt x="2941962" y="397075"/>
                </a:cubicBezTo>
                <a:lnTo>
                  <a:pt x="72196" y="397075"/>
                </a:lnTo>
                <a:cubicBezTo>
                  <a:pt x="32323" y="397075"/>
                  <a:pt x="0" y="364751"/>
                  <a:pt x="0" y="324879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62436" y="341123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9033169" y="3393184"/>
            <a:ext cx="250907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employee profile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636094" y="3790259"/>
            <a:ext cx="3014158" cy="397075"/>
          </a:xfrm>
          <a:custGeom>
            <a:avLst/>
            <a:gdLst/>
            <a:ahLst/>
            <a:cxnLst/>
            <a:rect l="l" t="t" r="r" b="b"/>
            <a:pathLst>
              <a:path w="3014158" h="397075">
                <a:moveTo>
                  <a:pt x="72196" y="0"/>
                </a:moveTo>
                <a:lnTo>
                  <a:pt x="2941962" y="0"/>
                </a:lnTo>
                <a:cubicBezTo>
                  <a:pt x="2981835" y="0"/>
                  <a:pt x="3014158" y="32323"/>
                  <a:pt x="3014158" y="72196"/>
                </a:cubicBezTo>
                <a:lnTo>
                  <a:pt x="3014158" y="324879"/>
                </a:lnTo>
                <a:cubicBezTo>
                  <a:pt x="3014158" y="364751"/>
                  <a:pt x="2981835" y="397075"/>
                  <a:pt x="2941962" y="397075"/>
                </a:cubicBezTo>
                <a:lnTo>
                  <a:pt x="72196" y="397075"/>
                </a:lnTo>
                <a:cubicBezTo>
                  <a:pt x="32323" y="397075"/>
                  <a:pt x="0" y="364751"/>
                  <a:pt x="0" y="324879"/>
                </a:cubicBezTo>
                <a:lnTo>
                  <a:pt x="0" y="72196"/>
                </a:lnTo>
                <a:cubicBezTo>
                  <a:pt x="0" y="32350"/>
                  <a:pt x="32350" y="0"/>
                  <a:pt x="72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2436" y="3916601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9033169" y="3898552"/>
            <a:ext cx="200370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notifications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460118" y="5328924"/>
            <a:ext cx="3366111" cy="1308542"/>
          </a:xfrm>
          <a:custGeom>
            <a:avLst/>
            <a:gdLst/>
            <a:ahLst/>
            <a:cxnLst/>
            <a:rect l="l" t="t" r="r" b="b"/>
            <a:pathLst>
              <a:path w="3366111" h="1308542">
                <a:moveTo>
                  <a:pt x="108295" y="0"/>
                </a:moveTo>
                <a:lnTo>
                  <a:pt x="3257816" y="0"/>
                </a:lnTo>
                <a:cubicBezTo>
                  <a:pt x="3317626" y="0"/>
                  <a:pt x="3366111" y="48485"/>
                  <a:pt x="3366111" y="108295"/>
                </a:cubicBezTo>
                <a:lnTo>
                  <a:pt x="3366111" y="1200247"/>
                </a:lnTo>
                <a:cubicBezTo>
                  <a:pt x="3366111" y="1260057"/>
                  <a:pt x="3317626" y="1308542"/>
                  <a:pt x="3257816" y="1308542"/>
                </a:cubicBezTo>
                <a:lnTo>
                  <a:pt x="108295" y="1308542"/>
                </a:lnTo>
                <a:cubicBezTo>
                  <a:pt x="48485" y="1308542"/>
                  <a:pt x="0" y="1260057"/>
                  <a:pt x="0" y="1200247"/>
                </a:cubicBezTo>
                <a:lnTo>
                  <a:pt x="0" y="108295"/>
                </a:lnTo>
                <a:cubicBezTo>
                  <a:pt x="0" y="48485"/>
                  <a:pt x="48485" y="0"/>
                  <a:pt x="10829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31582" y="5522949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0"/>
                </a:moveTo>
                <a:cubicBezTo>
                  <a:pt x="126046" y="0"/>
                  <a:pt x="162440" y="36393"/>
                  <a:pt x="162440" y="81220"/>
                </a:cubicBezTo>
                <a:cubicBezTo>
                  <a:pt x="162440" y="126046"/>
                  <a:pt x="126046" y="162440"/>
                  <a:pt x="81220" y="162440"/>
                </a:cubicBezTo>
                <a:cubicBezTo>
                  <a:pt x="36393" y="162440"/>
                  <a:pt x="0" y="126046"/>
                  <a:pt x="0" y="81220"/>
                </a:cubicBezTo>
                <a:cubicBezTo>
                  <a:pt x="0" y="36393"/>
                  <a:pt x="36393" y="0"/>
                  <a:pt x="81220" y="0"/>
                </a:cubicBezTo>
                <a:close/>
                <a:moveTo>
                  <a:pt x="73605" y="38072"/>
                </a:moveTo>
                <a:lnTo>
                  <a:pt x="73605" y="81220"/>
                </a:lnTo>
                <a:cubicBezTo>
                  <a:pt x="73605" y="83758"/>
                  <a:pt x="74875" y="86137"/>
                  <a:pt x="77000" y="87565"/>
                </a:cubicBezTo>
                <a:lnTo>
                  <a:pt x="107458" y="107870"/>
                </a:lnTo>
                <a:cubicBezTo>
                  <a:pt x="110948" y="110218"/>
                  <a:pt x="115675" y="109266"/>
                  <a:pt x="118023" y="105744"/>
                </a:cubicBezTo>
                <a:cubicBezTo>
                  <a:pt x="120370" y="102223"/>
                  <a:pt x="119419" y="97527"/>
                  <a:pt x="115897" y="95179"/>
                </a:cubicBezTo>
                <a:lnTo>
                  <a:pt x="88834" y="77159"/>
                </a:lnTo>
                <a:lnTo>
                  <a:pt x="88834" y="38072"/>
                </a:lnTo>
                <a:cubicBezTo>
                  <a:pt x="88834" y="33852"/>
                  <a:pt x="85439" y="30457"/>
                  <a:pt x="81220" y="30457"/>
                </a:cubicBezTo>
                <a:cubicBezTo>
                  <a:pt x="77000" y="30457"/>
                  <a:pt x="73605" y="33852"/>
                  <a:pt x="73605" y="3807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8816583" y="5477827"/>
            <a:ext cx="294196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09021" y="5802706"/>
            <a:ext cx="73097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Recruitment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329462" y="5802706"/>
            <a:ext cx="4151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60%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09021" y="6055390"/>
            <a:ext cx="125439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Processing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328616" y="6055390"/>
            <a:ext cx="41512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80%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09021" y="6308074"/>
            <a:ext cx="43317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Payroll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341307" y="6308074"/>
            <a:ext cx="397075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70%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38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748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Quality Assurance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7296150" cy="1219200"/>
          </a:xfrm>
          <a:custGeom>
            <a:avLst/>
            <a:gdLst/>
            <a:ahLst/>
            <a:cxnLst/>
            <a:rect l="l" t="t" r="r" b="b"/>
            <a:pathLst>
              <a:path w="7296150" h="1219200">
                <a:moveTo>
                  <a:pt x="38100" y="0"/>
                </a:moveTo>
                <a:lnTo>
                  <a:pt x="7181850" y="0"/>
                </a:lnTo>
                <a:cubicBezTo>
                  <a:pt x="7244934" y="0"/>
                  <a:pt x="7296150" y="51216"/>
                  <a:pt x="7296150" y="114300"/>
                </a:cubicBezTo>
                <a:lnTo>
                  <a:pt x="7296150" y="1104900"/>
                </a:lnTo>
                <a:cubicBezTo>
                  <a:pt x="7296150" y="1167984"/>
                  <a:pt x="7244934" y="1219200"/>
                  <a:pt x="71818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77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38300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Testing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81200"/>
            <a:ext cx="6362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testing of each module to ensure all features work as intended — from user authentication to complex workflows.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0050" y="2819400"/>
            <a:ext cx="7296150" cy="1219200"/>
          </a:xfrm>
          <a:custGeom>
            <a:avLst/>
            <a:gdLst/>
            <a:ahLst/>
            <a:cxnLst/>
            <a:rect l="l" t="t" r="r" b="b"/>
            <a:pathLst>
              <a:path w="7296150" h="1219200">
                <a:moveTo>
                  <a:pt x="38100" y="0"/>
                </a:moveTo>
                <a:lnTo>
                  <a:pt x="7181850" y="0"/>
                </a:lnTo>
                <a:cubicBezTo>
                  <a:pt x="7244934" y="0"/>
                  <a:pt x="7296150" y="51216"/>
                  <a:pt x="7296150" y="114300"/>
                </a:cubicBezTo>
                <a:lnTo>
                  <a:pt x="7296150" y="1104900"/>
                </a:lnTo>
                <a:cubicBezTo>
                  <a:pt x="7296150" y="1167984"/>
                  <a:pt x="7244934" y="1219200"/>
                  <a:pt x="71818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2819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00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3143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3009900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Testing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352800"/>
            <a:ext cx="6362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Rigorous testing of user interface across different devices and screen sizes to ensure consistent, intuitive experience.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0050" y="4191000"/>
            <a:ext cx="7296150" cy="1219200"/>
          </a:xfrm>
          <a:custGeom>
            <a:avLst/>
            <a:gdLst/>
            <a:ahLst/>
            <a:cxnLst/>
            <a:rect l="l" t="t" r="r" b="b"/>
            <a:pathLst>
              <a:path w="7296150" h="1219200">
                <a:moveTo>
                  <a:pt x="38100" y="0"/>
                </a:moveTo>
                <a:lnTo>
                  <a:pt x="7181850" y="0"/>
                </a:lnTo>
                <a:cubicBezTo>
                  <a:pt x="7244934" y="0"/>
                  <a:pt x="7296150" y="51216"/>
                  <a:pt x="7296150" y="114300"/>
                </a:cubicBezTo>
                <a:lnTo>
                  <a:pt x="7296150" y="1104900"/>
                </a:lnTo>
                <a:cubicBezTo>
                  <a:pt x="7296150" y="1167984"/>
                  <a:pt x="7244934" y="1219200"/>
                  <a:pt x="71818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41910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1044" y="4514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381500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Permission Testing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4724400"/>
            <a:ext cx="6362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that each role can only access authorized data and features — ensuring security and data privacy compliance.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00050" y="5562600"/>
            <a:ext cx="7296150" cy="1219200"/>
          </a:xfrm>
          <a:custGeom>
            <a:avLst/>
            <a:gdLst/>
            <a:ahLst/>
            <a:cxnLst/>
            <a:rect l="l" t="t" r="r" b="b"/>
            <a:pathLst>
              <a:path w="7296150" h="1219200">
                <a:moveTo>
                  <a:pt x="38100" y="0"/>
                </a:moveTo>
                <a:lnTo>
                  <a:pt x="7181850" y="0"/>
                </a:lnTo>
                <a:cubicBezTo>
                  <a:pt x="7244934" y="0"/>
                  <a:pt x="7296150" y="51216"/>
                  <a:pt x="7296150" y="114300"/>
                </a:cubicBezTo>
                <a:lnTo>
                  <a:pt x="7296150" y="1104900"/>
                </a:lnTo>
                <a:cubicBezTo>
                  <a:pt x="7296150" y="1167984"/>
                  <a:pt x="7244934" y="1219200"/>
                  <a:pt x="71818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050" y="55626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5753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1044" y="5886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" y="5753100"/>
            <a:ext cx="637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Bug Detection &amp; Fixing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6096000"/>
            <a:ext cx="6362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bug tracking and resolution process — identifying, documenting, prioritizing, and fixing issues before deployment.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01000" y="381000"/>
            <a:ext cx="3810000" cy="3886200"/>
          </a:xfrm>
          <a:custGeom>
            <a:avLst/>
            <a:gdLst/>
            <a:ahLst/>
            <a:cxnLst/>
            <a:rect l="l" t="t" r="r" b="b"/>
            <a:pathLst>
              <a:path w="3810000" h="3886200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3733800"/>
                </a:lnTo>
                <a:cubicBezTo>
                  <a:pt x="3810000" y="3817912"/>
                  <a:pt x="3741712" y="3886200"/>
                  <a:pt x="3657600" y="3886200"/>
                </a:cubicBezTo>
                <a:lnTo>
                  <a:pt x="152400" y="3886200"/>
                </a:lnTo>
                <a:cubicBezTo>
                  <a:pt x="68288" y="3886200"/>
                  <a:pt x="0" y="3817912"/>
                  <a:pt x="0" y="3733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7225" y="647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8467725" y="609600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Metrics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0" y="108585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96055" y="106680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9600" y="13716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8100" y="0"/>
                </a:moveTo>
                <a:lnTo>
                  <a:pt x="3314700" y="0"/>
                </a:lnTo>
                <a:cubicBezTo>
                  <a:pt x="3335728" y="0"/>
                  <a:pt x="3352800" y="17072"/>
                  <a:pt x="3352800" y="38100"/>
                </a:cubicBezTo>
                <a:lnTo>
                  <a:pt x="3352800" y="38100"/>
                </a:lnTo>
                <a:cubicBezTo>
                  <a:pt x="3352800" y="59128"/>
                  <a:pt x="3335728" y="76200"/>
                  <a:pt x="3314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0" y="1371600"/>
            <a:ext cx="3152775" cy="76200"/>
          </a:xfrm>
          <a:custGeom>
            <a:avLst/>
            <a:gdLst/>
            <a:ahLst/>
            <a:cxnLst/>
            <a:rect l="l" t="t" r="r" b="b"/>
            <a:pathLst>
              <a:path w="3152775" h="76200">
                <a:moveTo>
                  <a:pt x="38100" y="0"/>
                </a:moveTo>
                <a:lnTo>
                  <a:pt x="3114675" y="0"/>
                </a:lnTo>
                <a:cubicBezTo>
                  <a:pt x="3135703" y="0"/>
                  <a:pt x="3152775" y="17072"/>
                  <a:pt x="3152775" y="38100"/>
                </a:cubicBezTo>
                <a:lnTo>
                  <a:pt x="3152775" y="38100"/>
                </a:lnTo>
                <a:cubicBezTo>
                  <a:pt x="3152775" y="59128"/>
                  <a:pt x="3135703" y="76200"/>
                  <a:pt x="3114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161925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Bugs Fixed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86840" y="1600200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0" y="19050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8100" y="0"/>
                </a:moveTo>
                <a:lnTo>
                  <a:pt x="3314700" y="0"/>
                </a:lnTo>
                <a:cubicBezTo>
                  <a:pt x="3335728" y="0"/>
                  <a:pt x="3352800" y="17072"/>
                  <a:pt x="3352800" y="38100"/>
                </a:cubicBezTo>
                <a:lnTo>
                  <a:pt x="3352800" y="38100"/>
                </a:lnTo>
                <a:cubicBezTo>
                  <a:pt x="3352800" y="59128"/>
                  <a:pt x="3335728" y="76200"/>
                  <a:pt x="3314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19050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8100" y="0"/>
                </a:moveTo>
                <a:lnTo>
                  <a:pt x="3314700" y="0"/>
                </a:lnTo>
                <a:cubicBezTo>
                  <a:pt x="3335728" y="0"/>
                  <a:pt x="3352800" y="17072"/>
                  <a:pt x="3352800" y="38100"/>
                </a:cubicBezTo>
                <a:lnTo>
                  <a:pt x="3352800" y="38100"/>
                </a:lnTo>
                <a:cubicBezTo>
                  <a:pt x="3352800" y="59128"/>
                  <a:pt x="3335728" y="76200"/>
                  <a:pt x="3314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21526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Cases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48727" y="21336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340+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0" y="24384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8100" y="0"/>
                </a:moveTo>
                <a:lnTo>
                  <a:pt x="3314700" y="0"/>
                </a:lnTo>
                <a:cubicBezTo>
                  <a:pt x="3335728" y="0"/>
                  <a:pt x="3352800" y="17072"/>
                  <a:pt x="3352800" y="38100"/>
                </a:cubicBezTo>
                <a:lnTo>
                  <a:pt x="3352800" y="38100"/>
                </a:lnTo>
                <a:cubicBezTo>
                  <a:pt x="3352800" y="59128"/>
                  <a:pt x="3335728" y="76200"/>
                  <a:pt x="3314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2438400"/>
            <a:ext cx="2847975" cy="76200"/>
          </a:xfrm>
          <a:custGeom>
            <a:avLst/>
            <a:gdLst/>
            <a:ahLst/>
            <a:cxnLst/>
            <a:rect l="l" t="t" r="r" b="b"/>
            <a:pathLst>
              <a:path w="2847975" h="76200">
                <a:moveTo>
                  <a:pt x="38100" y="0"/>
                </a:moveTo>
                <a:lnTo>
                  <a:pt x="2809875" y="0"/>
                </a:lnTo>
                <a:cubicBezTo>
                  <a:pt x="2830903" y="0"/>
                  <a:pt x="2847975" y="17072"/>
                  <a:pt x="2847975" y="38100"/>
                </a:cubicBezTo>
                <a:lnTo>
                  <a:pt x="2847975" y="38100"/>
                </a:lnTo>
                <a:cubicBezTo>
                  <a:pt x="2847975" y="59128"/>
                  <a:pt x="2830903" y="76200"/>
                  <a:pt x="28098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268605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Rate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70741" y="26670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98.5%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29600" y="29718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8100" y="0"/>
                </a:moveTo>
                <a:lnTo>
                  <a:pt x="3314700" y="0"/>
                </a:lnTo>
                <a:cubicBezTo>
                  <a:pt x="3335728" y="0"/>
                  <a:pt x="3352800" y="17072"/>
                  <a:pt x="3352800" y="38100"/>
                </a:cubicBezTo>
                <a:lnTo>
                  <a:pt x="3352800" y="38100"/>
                </a:lnTo>
                <a:cubicBezTo>
                  <a:pt x="3352800" y="59128"/>
                  <a:pt x="3335728" y="76200"/>
                  <a:pt x="3314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2971800"/>
            <a:ext cx="3305175" cy="76200"/>
          </a:xfrm>
          <a:custGeom>
            <a:avLst/>
            <a:gdLst/>
            <a:ahLst/>
            <a:cxnLst/>
            <a:rect l="l" t="t" r="r" b="b"/>
            <a:pathLst>
              <a:path w="3305175" h="76200">
                <a:moveTo>
                  <a:pt x="38100" y="0"/>
                </a:moveTo>
                <a:lnTo>
                  <a:pt x="3267075" y="0"/>
                </a:lnTo>
                <a:cubicBezTo>
                  <a:pt x="3288103" y="0"/>
                  <a:pt x="3305175" y="17072"/>
                  <a:pt x="3305175" y="38100"/>
                </a:cubicBezTo>
                <a:lnTo>
                  <a:pt x="3305175" y="38100"/>
                </a:lnTo>
                <a:cubicBezTo>
                  <a:pt x="3305175" y="59128"/>
                  <a:pt x="3288103" y="76200"/>
                  <a:pt x="3267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01000" y="4457700"/>
            <a:ext cx="3810000" cy="2019300"/>
          </a:xfrm>
          <a:custGeom>
            <a:avLst/>
            <a:gdLst/>
            <a:ahLst/>
            <a:cxnLst/>
            <a:rect l="l" t="t" r="r" b="b"/>
            <a:pathLst>
              <a:path w="3810000" h="2019300">
                <a:moveTo>
                  <a:pt x="114292" y="0"/>
                </a:moveTo>
                <a:lnTo>
                  <a:pt x="3695708" y="0"/>
                </a:lnTo>
                <a:cubicBezTo>
                  <a:pt x="3758830" y="0"/>
                  <a:pt x="3810000" y="51170"/>
                  <a:pt x="3810000" y="114292"/>
                </a:cubicBezTo>
                <a:lnTo>
                  <a:pt x="3810000" y="1905008"/>
                </a:lnTo>
                <a:cubicBezTo>
                  <a:pt x="3810000" y="1968130"/>
                  <a:pt x="3758830" y="2019300"/>
                  <a:pt x="3695708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191500" y="46482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Approach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10550" y="5057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8434388" y="5029200"/>
            <a:ext cx="3060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testing for components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10550" y="5324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8434388" y="5295900"/>
            <a:ext cx="3357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testing for modules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10550" y="5591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8434387" y="5562600"/>
            <a:ext cx="3182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user flow testing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210550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8434388" y="5829300"/>
            <a:ext cx="3165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Cross-browser compatibility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210550" y="6124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8434387" y="60960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testing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28" y="337028"/>
            <a:ext cx="11576923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kern="0" spc="93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028" y="572948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Impact &amp; 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028" y="1044788"/>
            <a:ext cx="674057" cy="33703"/>
          </a:xfrm>
          <a:custGeom>
            <a:avLst/>
            <a:gdLst/>
            <a:ahLst/>
            <a:cxnLst/>
            <a:rect l="l" t="t" r="r" b="b"/>
            <a:pathLst>
              <a:path w="674057" h="33703">
                <a:moveTo>
                  <a:pt x="0" y="0"/>
                </a:moveTo>
                <a:lnTo>
                  <a:pt x="674057" y="0"/>
                </a:lnTo>
                <a:lnTo>
                  <a:pt x="674057" y="33703"/>
                </a:lnTo>
                <a:lnTo>
                  <a:pt x="0" y="33703"/>
                </a:lnTo>
                <a:lnTo>
                  <a:pt x="0" y="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337028" y="1280708"/>
            <a:ext cx="3328155" cy="2165407"/>
          </a:xfrm>
          <a:custGeom>
            <a:avLst/>
            <a:gdLst/>
            <a:ahLst/>
            <a:cxnLst/>
            <a:rect l="l" t="t" r="r" b="b"/>
            <a:pathLst>
              <a:path w="3328155" h="2165407">
                <a:moveTo>
                  <a:pt x="134818" y="0"/>
                </a:moveTo>
                <a:lnTo>
                  <a:pt x="3193337" y="0"/>
                </a:lnTo>
                <a:cubicBezTo>
                  <a:pt x="3267795" y="0"/>
                  <a:pt x="3328155" y="60360"/>
                  <a:pt x="3328155" y="134818"/>
                </a:cubicBezTo>
                <a:lnTo>
                  <a:pt x="3328155" y="2030589"/>
                </a:lnTo>
                <a:cubicBezTo>
                  <a:pt x="3328155" y="2105047"/>
                  <a:pt x="3267795" y="2165407"/>
                  <a:pt x="3193337" y="2165407"/>
                </a:cubicBezTo>
                <a:lnTo>
                  <a:pt x="134818" y="2165407"/>
                </a:lnTo>
                <a:cubicBezTo>
                  <a:pt x="60360" y="2165407"/>
                  <a:pt x="0" y="2105047"/>
                  <a:pt x="0" y="2030589"/>
                </a:cubicBezTo>
                <a:lnTo>
                  <a:pt x="0" y="134818"/>
                </a:lnTo>
                <a:cubicBezTo>
                  <a:pt x="0" y="60410"/>
                  <a:pt x="60410" y="0"/>
                  <a:pt x="13481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539245" y="1482925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0886" y="1592459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94789" y="31596"/>
                </a:moveTo>
                <a:cubicBezTo>
                  <a:pt x="94789" y="22858"/>
                  <a:pt x="101849" y="15798"/>
                  <a:pt x="110587" y="15798"/>
                </a:cubicBezTo>
                <a:lnTo>
                  <a:pt x="142184" y="15798"/>
                </a:lnTo>
                <a:cubicBezTo>
                  <a:pt x="150922" y="15798"/>
                  <a:pt x="157982" y="22858"/>
                  <a:pt x="157982" y="31596"/>
                </a:cubicBezTo>
                <a:lnTo>
                  <a:pt x="157982" y="63193"/>
                </a:lnTo>
                <a:cubicBezTo>
                  <a:pt x="157982" y="71931"/>
                  <a:pt x="150922" y="78991"/>
                  <a:pt x="142184" y="78991"/>
                </a:cubicBezTo>
                <a:lnTo>
                  <a:pt x="138234" y="78991"/>
                </a:lnTo>
                <a:lnTo>
                  <a:pt x="138234" y="110587"/>
                </a:lnTo>
                <a:lnTo>
                  <a:pt x="197478" y="110587"/>
                </a:lnTo>
                <a:cubicBezTo>
                  <a:pt x="217127" y="110587"/>
                  <a:pt x="233023" y="126484"/>
                  <a:pt x="233023" y="146133"/>
                </a:cubicBezTo>
                <a:lnTo>
                  <a:pt x="233023" y="173780"/>
                </a:lnTo>
                <a:lnTo>
                  <a:pt x="236973" y="173780"/>
                </a:lnTo>
                <a:cubicBezTo>
                  <a:pt x="245711" y="173780"/>
                  <a:pt x="252771" y="180840"/>
                  <a:pt x="252771" y="189578"/>
                </a:cubicBezTo>
                <a:lnTo>
                  <a:pt x="252771" y="221175"/>
                </a:lnTo>
                <a:cubicBezTo>
                  <a:pt x="252771" y="229913"/>
                  <a:pt x="245711" y="236973"/>
                  <a:pt x="236973" y="236973"/>
                </a:cubicBezTo>
                <a:lnTo>
                  <a:pt x="205377" y="236973"/>
                </a:lnTo>
                <a:cubicBezTo>
                  <a:pt x="196638" y="236973"/>
                  <a:pt x="189578" y="229913"/>
                  <a:pt x="189578" y="221175"/>
                </a:cubicBezTo>
                <a:lnTo>
                  <a:pt x="189578" y="189578"/>
                </a:lnTo>
                <a:cubicBezTo>
                  <a:pt x="189578" y="180840"/>
                  <a:pt x="196638" y="173780"/>
                  <a:pt x="205377" y="173780"/>
                </a:cubicBezTo>
                <a:lnTo>
                  <a:pt x="209326" y="173780"/>
                </a:lnTo>
                <a:lnTo>
                  <a:pt x="209326" y="146133"/>
                </a:lnTo>
                <a:cubicBezTo>
                  <a:pt x="209326" y="139567"/>
                  <a:pt x="204044" y="134285"/>
                  <a:pt x="197478" y="134285"/>
                </a:cubicBezTo>
                <a:lnTo>
                  <a:pt x="138234" y="134285"/>
                </a:lnTo>
                <a:lnTo>
                  <a:pt x="138234" y="173780"/>
                </a:lnTo>
                <a:lnTo>
                  <a:pt x="142184" y="173780"/>
                </a:lnTo>
                <a:cubicBezTo>
                  <a:pt x="150922" y="173780"/>
                  <a:pt x="157982" y="180840"/>
                  <a:pt x="157982" y="189578"/>
                </a:cubicBezTo>
                <a:lnTo>
                  <a:pt x="157982" y="221175"/>
                </a:lnTo>
                <a:cubicBezTo>
                  <a:pt x="157982" y="229913"/>
                  <a:pt x="150922" y="236973"/>
                  <a:pt x="142184" y="236973"/>
                </a:cubicBezTo>
                <a:lnTo>
                  <a:pt x="110587" y="236973"/>
                </a:lnTo>
                <a:cubicBezTo>
                  <a:pt x="101849" y="236973"/>
                  <a:pt x="94789" y="229913"/>
                  <a:pt x="94789" y="221175"/>
                </a:cubicBezTo>
                <a:lnTo>
                  <a:pt x="94789" y="189578"/>
                </a:lnTo>
                <a:cubicBezTo>
                  <a:pt x="94789" y="180840"/>
                  <a:pt x="101849" y="173780"/>
                  <a:pt x="110587" y="173780"/>
                </a:cubicBezTo>
                <a:lnTo>
                  <a:pt x="114537" y="173780"/>
                </a:lnTo>
                <a:lnTo>
                  <a:pt x="114537" y="134285"/>
                </a:lnTo>
                <a:lnTo>
                  <a:pt x="55294" y="134285"/>
                </a:lnTo>
                <a:cubicBezTo>
                  <a:pt x="48728" y="134285"/>
                  <a:pt x="43445" y="139567"/>
                  <a:pt x="43445" y="146133"/>
                </a:cubicBezTo>
                <a:lnTo>
                  <a:pt x="43445" y="173780"/>
                </a:lnTo>
                <a:lnTo>
                  <a:pt x="47395" y="173780"/>
                </a:lnTo>
                <a:cubicBezTo>
                  <a:pt x="56133" y="173780"/>
                  <a:pt x="63193" y="180840"/>
                  <a:pt x="63193" y="189578"/>
                </a:cubicBezTo>
                <a:lnTo>
                  <a:pt x="63193" y="221175"/>
                </a:lnTo>
                <a:cubicBezTo>
                  <a:pt x="63193" y="229913"/>
                  <a:pt x="56133" y="236973"/>
                  <a:pt x="47395" y="236973"/>
                </a:cubicBezTo>
                <a:lnTo>
                  <a:pt x="15798" y="236973"/>
                </a:lnTo>
                <a:cubicBezTo>
                  <a:pt x="7060" y="236973"/>
                  <a:pt x="0" y="229913"/>
                  <a:pt x="0" y="221175"/>
                </a:cubicBezTo>
                <a:lnTo>
                  <a:pt x="0" y="189578"/>
                </a:lnTo>
                <a:cubicBezTo>
                  <a:pt x="0" y="180840"/>
                  <a:pt x="7060" y="173780"/>
                  <a:pt x="15798" y="173780"/>
                </a:cubicBezTo>
                <a:lnTo>
                  <a:pt x="19748" y="173780"/>
                </a:lnTo>
                <a:lnTo>
                  <a:pt x="19748" y="146133"/>
                </a:lnTo>
                <a:cubicBezTo>
                  <a:pt x="19748" y="126484"/>
                  <a:pt x="35645" y="110587"/>
                  <a:pt x="55294" y="110587"/>
                </a:cubicBezTo>
                <a:lnTo>
                  <a:pt x="114537" y="110587"/>
                </a:lnTo>
                <a:lnTo>
                  <a:pt x="114537" y="78991"/>
                </a:lnTo>
                <a:lnTo>
                  <a:pt x="110587" y="78991"/>
                </a:lnTo>
                <a:cubicBezTo>
                  <a:pt x="101849" y="78991"/>
                  <a:pt x="94789" y="71931"/>
                  <a:pt x="94789" y="63193"/>
                </a:cubicBezTo>
                <a:lnTo>
                  <a:pt x="94789" y="315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9245" y="2089576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Simplifies HR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245" y="2551006"/>
            <a:ext cx="2991126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Centralizes all HR operations into a single, intuitive platform eliminating fragmented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9336" y="1280708"/>
            <a:ext cx="3328155" cy="2165407"/>
          </a:xfrm>
          <a:custGeom>
            <a:avLst/>
            <a:gdLst/>
            <a:ahLst/>
            <a:cxnLst/>
            <a:rect l="l" t="t" r="r" b="b"/>
            <a:pathLst>
              <a:path w="3328155" h="2165407">
                <a:moveTo>
                  <a:pt x="134818" y="0"/>
                </a:moveTo>
                <a:lnTo>
                  <a:pt x="3193337" y="0"/>
                </a:lnTo>
                <a:cubicBezTo>
                  <a:pt x="3267795" y="0"/>
                  <a:pt x="3328155" y="60360"/>
                  <a:pt x="3328155" y="134818"/>
                </a:cubicBezTo>
                <a:lnTo>
                  <a:pt x="3328155" y="2030589"/>
                </a:lnTo>
                <a:cubicBezTo>
                  <a:pt x="3328155" y="2105047"/>
                  <a:pt x="3267795" y="2165407"/>
                  <a:pt x="3193337" y="2165407"/>
                </a:cubicBezTo>
                <a:lnTo>
                  <a:pt x="134818" y="2165407"/>
                </a:lnTo>
                <a:cubicBezTo>
                  <a:pt x="60360" y="2165407"/>
                  <a:pt x="0" y="2105047"/>
                  <a:pt x="0" y="2030589"/>
                </a:cubicBezTo>
                <a:lnTo>
                  <a:pt x="0" y="134818"/>
                </a:lnTo>
                <a:cubicBezTo>
                  <a:pt x="0" y="60410"/>
                  <a:pt x="60410" y="0"/>
                  <a:pt x="134818" y="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01553" y="1482925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81597" y="1592459"/>
            <a:ext cx="315964" cy="252771"/>
          </a:xfrm>
          <a:custGeom>
            <a:avLst/>
            <a:gdLst/>
            <a:ahLst/>
            <a:cxnLst/>
            <a:rect l="l" t="t" r="r" b="b"/>
            <a:pathLst>
              <a:path w="315964" h="252771">
                <a:moveTo>
                  <a:pt x="173780" y="0"/>
                </a:moveTo>
                <a:cubicBezTo>
                  <a:pt x="173780" y="-8738"/>
                  <a:pt x="166720" y="-15798"/>
                  <a:pt x="157982" y="-15798"/>
                </a:cubicBezTo>
                <a:cubicBezTo>
                  <a:pt x="149244" y="-15798"/>
                  <a:pt x="142184" y="-8738"/>
                  <a:pt x="142184" y="0"/>
                </a:cubicBezTo>
                <a:lnTo>
                  <a:pt x="142184" y="31596"/>
                </a:lnTo>
                <a:lnTo>
                  <a:pt x="94789" y="31596"/>
                </a:lnTo>
                <a:cubicBezTo>
                  <a:pt x="68623" y="31596"/>
                  <a:pt x="47395" y="52825"/>
                  <a:pt x="47395" y="78991"/>
                </a:cubicBezTo>
                <a:lnTo>
                  <a:pt x="47395" y="189578"/>
                </a:lnTo>
                <a:cubicBezTo>
                  <a:pt x="47395" y="215744"/>
                  <a:pt x="68623" y="236973"/>
                  <a:pt x="94789" y="236973"/>
                </a:cubicBezTo>
                <a:lnTo>
                  <a:pt x="221175" y="236973"/>
                </a:lnTo>
                <a:cubicBezTo>
                  <a:pt x="247341" y="236973"/>
                  <a:pt x="268569" y="215744"/>
                  <a:pt x="268569" y="189578"/>
                </a:cubicBezTo>
                <a:lnTo>
                  <a:pt x="268569" y="78991"/>
                </a:lnTo>
                <a:cubicBezTo>
                  <a:pt x="268569" y="52825"/>
                  <a:pt x="247341" y="31596"/>
                  <a:pt x="221175" y="31596"/>
                </a:cubicBezTo>
                <a:lnTo>
                  <a:pt x="173780" y="31596"/>
                </a:lnTo>
                <a:lnTo>
                  <a:pt x="173780" y="0"/>
                </a:lnTo>
                <a:close/>
                <a:moveTo>
                  <a:pt x="78991" y="181679"/>
                </a:moveTo>
                <a:cubicBezTo>
                  <a:pt x="78991" y="175113"/>
                  <a:pt x="84274" y="169831"/>
                  <a:pt x="90840" y="169831"/>
                </a:cubicBezTo>
                <a:lnTo>
                  <a:pt x="106638" y="169831"/>
                </a:lnTo>
                <a:cubicBezTo>
                  <a:pt x="113204" y="169831"/>
                  <a:pt x="118487" y="175113"/>
                  <a:pt x="118487" y="181679"/>
                </a:cubicBezTo>
                <a:cubicBezTo>
                  <a:pt x="118487" y="188245"/>
                  <a:pt x="113204" y="193528"/>
                  <a:pt x="106638" y="193528"/>
                </a:cubicBezTo>
                <a:lnTo>
                  <a:pt x="90840" y="193528"/>
                </a:lnTo>
                <a:cubicBezTo>
                  <a:pt x="84274" y="193528"/>
                  <a:pt x="78991" y="188245"/>
                  <a:pt x="78991" y="181679"/>
                </a:cubicBezTo>
                <a:close/>
                <a:moveTo>
                  <a:pt x="138234" y="181679"/>
                </a:moveTo>
                <a:cubicBezTo>
                  <a:pt x="138234" y="175113"/>
                  <a:pt x="143517" y="169831"/>
                  <a:pt x="150083" y="169831"/>
                </a:cubicBezTo>
                <a:lnTo>
                  <a:pt x="165881" y="169831"/>
                </a:lnTo>
                <a:cubicBezTo>
                  <a:pt x="172447" y="169831"/>
                  <a:pt x="177730" y="175113"/>
                  <a:pt x="177730" y="181679"/>
                </a:cubicBezTo>
                <a:cubicBezTo>
                  <a:pt x="177730" y="188245"/>
                  <a:pt x="172447" y="193528"/>
                  <a:pt x="165881" y="193528"/>
                </a:cubicBezTo>
                <a:lnTo>
                  <a:pt x="150083" y="193528"/>
                </a:lnTo>
                <a:cubicBezTo>
                  <a:pt x="143517" y="193528"/>
                  <a:pt x="138234" y="188245"/>
                  <a:pt x="138234" y="181679"/>
                </a:cubicBezTo>
                <a:close/>
                <a:moveTo>
                  <a:pt x="197478" y="181679"/>
                </a:moveTo>
                <a:cubicBezTo>
                  <a:pt x="197478" y="175113"/>
                  <a:pt x="202760" y="169831"/>
                  <a:pt x="209326" y="169831"/>
                </a:cubicBezTo>
                <a:lnTo>
                  <a:pt x="225124" y="169831"/>
                </a:lnTo>
                <a:cubicBezTo>
                  <a:pt x="231691" y="169831"/>
                  <a:pt x="236973" y="175113"/>
                  <a:pt x="236973" y="181679"/>
                </a:cubicBezTo>
                <a:cubicBezTo>
                  <a:pt x="236973" y="188245"/>
                  <a:pt x="231691" y="193528"/>
                  <a:pt x="225124" y="193528"/>
                </a:cubicBezTo>
                <a:lnTo>
                  <a:pt x="209326" y="193528"/>
                </a:lnTo>
                <a:cubicBezTo>
                  <a:pt x="202760" y="193528"/>
                  <a:pt x="197478" y="188245"/>
                  <a:pt x="197478" y="181679"/>
                </a:cubicBezTo>
                <a:close/>
                <a:moveTo>
                  <a:pt x="110587" y="86890"/>
                </a:moveTo>
                <a:cubicBezTo>
                  <a:pt x="123666" y="86890"/>
                  <a:pt x="134285" y="97509"/>
                  <a:pt x="134285" y="110587"/>
                </a:cubicBezTo>
                <a:cubicBezTo>
                  <a:pt x="134285" y="123666"/>
                  <a:pt x="123666" y="134285"/>
                  <a:pt x="110587" y="134285"/>
                </a:cubicBezTo>
                <a:cubicBezTo>
                  <a:pt x="97509" y="134285"/>
                  <a:pt x="86890" y="123666"/>
                  <a:pt x="86890" y="110587"/>
                </a:cubicBezTo>
                <a:cubicBezTo>
                  <a:pt x="86890" y="97509"/>
                  <a:pt x="97509" y="86890"/>
                  <a:pt x="110587" y="86890"/>
                </a:cubicBezTo>
                <a:close/>
                <a:moveTo>
                  <a:pt x="181679" y="110587"/>
                </a:moveTo>
                <a:cubicBezTo>
                  <a:pt x="181679" y="97509"/>
                  <a:pt x="192298" y="86890"/>
                  <a:pt x="205377" y="86890"/>
                </a:cubicBezTo>
                <a:cubicBezTo>
                  <a:pt x="218456" y="86890"/>
                  <a:pt x="229074" y="97509"/>
                  <a:pt x="229074" y="110587"/>
                </a:cubicBezTo>
                <a:cubicBezTo>
                  <a:pt x="229074" y="123666"/>
                  <a:pt x="218456" y="134285"/>
                  <a:pt x="205377" y="134285"/>
                </a:cubicBezTo>
                <a:cubicBezTo>
                  <a:pt x="192298" y="134285"/>
                  <a:pt x="181679" y="123666"/>
                  <a:pt x="181679" y="110587"/>
                </a:cubicBezTo>
                <a:close/>
                <a:moveTo>
                  <a:pt x="31596" y="110587"/>
                </a:moveTo>
                <a:cubicBezTo>
                  <a:pt x="31596" y="101849"/>
                  <a:pt x="24537" y="94789"/>
                  <a:pt x="15798" y="94789"/>
                </a:cubicBezTo>
                <a:cubicBezTo>
                  <a:pt x="7060" y="94789"/>
                  <a:pt x="0" y="101849"/>
                  <a:pt x="0" y="110587"/>
                </a:cubicBezTo>
                <a:lnTo>
                  <a:pt x="0" y="157982"/>
                </a:lnTo>
                <a:cubicBezTo>
                  <a:pt x="0" y="166720"/>
                  <a:pt x="7060" y="173780"/>
                  <a:pt x="15798" y="173780"/>
                </a:cubicBezTo>
                <a:cubicBezTo>
                  <a:pt x="24537" y="173780"/>
                  <a:pt x="31596" y="166720"/>
                  <a:pt x="31596" y="157982"/>
                </a:cubicBezTo>
                <a:lnTo>
                  <a:pt x="31596" y="110587"/>
                </a:lnTo>
                <a:close/>
                <a:moveTo>
                  <a:pt x="300166" y="94789"/>
                </a:moveTo>
                <a:cubicBezTo>
                  <a:pt x="291427" y="94789"/>
                  <a:pt x="284368" y="101849"/>
                  <a:pt x="284368" y="110587"/>
                </a:cubicBezTo>
                <a:lnTo>
                  <a:pt x="284368" y="157982"/>
                </a:lnTo>
                <a:cubicBezTo>
                  <a:pt x="284368" y="166720"/>
                  <a:pt x="291427" y="173780"/>
                  <a:pt x="300166" y="173780"/>
                </a:cubicBezTo>
                <a:cubicBezTo>
                  <a:pt x="308904" y="173780"/>
                  <a:pt x="315964" y="166720"/>
                  <a:pt x="315964" y="157982"/>
                </a:cubicBezTo>
                <a:lnTo>
                  <a:pt x="315964" y="110587"/>
                </a:lnTo>
                <a:cubicBezTo>
                  <a:pt x="315964" y="101849"/>
                  <a:pt x="308904" y="94789"/>
                  <a:pt x="300166" y="947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001553" y="2089576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Automates Processes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1553" y="2489693"/>
            <a:ext cx="2991126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manual work by up to 70% through intelligent workflow automation and AI assistance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7028" y="3580926"/>
            <a:ext cx="3328155" cy="2165407"/>
          </a:xfrm>
          <a:custGeom>
            <a:avLst/>
            <a:gdLst/>
            <a:ahLst/>
            <a:cxnLst/>
            <a:rect l="l" t="t" r="r" b="b"/>
            <a:pathLst>
              <a:path w="3328155" h="2165407">
                <a:moveTo>
                  <a:pt x="134818" y="0"/>
                </a:moveTo>
                <a:lnTo>
                  <a:pt x="3193337" y="0"/>
                </a:lnTo>
                <a:cubicBezTo>
                  <a:pt x="3267795" y="0"/>
                  <a:pt x="3328155" y="60360"/>
                  <a:pt x="3328155" y="134818"/>
                </a:cubicBezTo>
                <a:lnTo>
                  <a:pt x="3328155" y="2030589"/>
                </a:lnTo>
                <a:cubicBezTo>
                  <a:pt x="3328155" y="2105047"/>
                  <a:pt x="3267795" y="2165407"/>
                  <a:pt x="3193337" y="2165407"/>
                </a:cubicBezTo>
                <a:lnTo>
                  <a:pt x="134818" y="2165407"/>
                </a:lnTo>
                <a:cubicBezTo>
                  <a:pt x="60360" y="2165407"/>
                  <a:pt x="0" y="2105047"/>
                  <a:pt x="0" y="2030589"/>
                </a:cubicBezTo>
                <a:lnTo>
                  <a:pt x="0" y="134818"/>
                </a:lnTo>
                <a:cubicBezTo>
                  <a:pt x="0" y="60410"/>
                  <a:pt x="60410" y="0"/>
                  <a:pt x="134818" y="0"/>
                </a:cubicBezTo>
                <a:close/>
              </a:path>
            </a:pathLst>
          </a:custGeom>
          <a:gradFill flip="none" rotWithShape="1">
            <a:gsLst>
              <a:gs pos="0">
                <a:srgbClr val="059669"/>
              </a:gs>
              <a:gs pos="100000">
                <a:srgbClr val="047857"/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539245" y="3783143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290" y="3892677"/>
            <a:ext cx="315964" cy="252771"/>
          </a:xfrm>
          <a:custGeom>
            <a:avLst/>
            <a:gdLst/>
            <a:ahLst/>
            <a:cxnLst/>
            <a:rect l="l" t="t" r="r" b="b"/>
            <a:pathLst>
              <a:path w="315964" h="252771">
                <a:moveTo>
                  <a:pt x="157982" y="7899"/>
                </a:moveTo>
                <a:cubicBezTo>
                  <a:pt x="186320" y="7899"/>
                  <a:pt x="209326" y="30906"/>
                  <a:pt x="209326" y="59243"/>
                </a:cubicBezTo>
                <a:cubicBezTo>
                  <a:pt x="209326" y="87581"/>
                  <a:pt x="186320" y="110587"/>
                  <a:pt x="157982" y="110587"/>
                </a:cubicBezTo>
                <a:cubicBezTo>
                  <a:pt x="129644" y="110587"/>
                  <a:pt x="106638" y="87581"/>
                  <a:pt x="106638" y="59243"/>
                </a:cubicBezTo>
                <a:cubicBezTo>
                  <a:pt x="106638" y="30906"/>
                  <a:pt x="129644" y="7899"/>
                  <a:pt x="157982" y="7899"/>
                </a:cubicBezTo>
                <a:close/>
                <a:moveTo>
                  <a:pt x="47395" y="43445"/>
                </a:moveTo>
                <a:cubicBezTo>
                  <a:pt x="67013" y="43445"/>
                  <a:pt x="82941" y="59373"/>
                  <a:pt x="82941" y="78991"/>
                </a:cubicBezTo>
                <a:cubicBezTo>
                  <a:pt x="82941" y="98609"/>
                  <a:pt x="67013" y="114537"/>
                  <a:pt x="47395" y="114537"/>
                </a:cubicBezTo>
                <a:cubicBezTo>
                  <a:pt x="27776" y="114537"/>
                  <a:pt x="11849" y="98609"/>
                  <a:pt x="11849" y="78991"/>
                </a:cubicBezTo>
                <a:cubicBezTo>
                  <a:pt x="11849" y="59373"/>
                  <a:pt x="27776" y="43445"/>
                  <a:pt x="47395" y="43445"/>
                </a:cubicBezTo>
                <a:close/>
                <a:moveTo>
                  <a:pt x="0" y="205377"/>
                </a:moveTo>
                <a:cubicBezTo>
                  <a:pt x="0" y="170472"/>
                  <a:pt x="28289" y="142184"/>
                  <a:pt x="63193" y="142184"/>
                </a:cubicBezTo>
                <a:cubicBezTo>
                  <a:pt x="69512" y="142184"/>
                  <a:pt x="75634" y="143122"/>
                  <a:pt x="81410" y="144850"/>
                </a:cubicBezTo>
                <a:cubicBezTo>
                  <a:pt x="65168" y="163018"/>
                  <a:pt x="55294" y="187011"/>
                  <a:pt x="55294" y="213276"/>
                </a:cubicBezTo>
                <a:lnTo>
                  <a:pt x="55294" y="221175"/>
                </a:lnTo>
                <a:cubicBezTo>
                  <a:pt x="55294" y="226803"/>
                  <a:pt x="56479" y="232135"/>
                  <a:pt x="58601" y="236973"/>
                </a:cubicBezTo>
                <a:lnTo>
                  <a:pt x="15798" y="236973"/>
                </a:lnTo>
                <a:cubicBezTo>
                  <a:pt x="7060" y="236973"/>
                  <a:pt x="0" y="229913"/>
                  <a:pt x="0" y="221175"/>
                </a:cubicBezTo>
                <a:lnTo>
                  <a:pt x="0" y="205377"/>
                </a:lnTo>
                <a:close/>
                <a:moveTo>
                  <a:pt x="257363" y="236973"/>
                </a:moveTo>
                <a:cubicBezTo>
                  <a:pt x="259485" y="232135"/>
                  <a:pt x="260670" y="226803"/>
                  <a:pt x="260670" y="221175"/>
                </a:cubicBezTo>
                <a:lnTo>
                  <a:pt x="260670" y="213276"/>
                </a:lnTo>
                <a:cubicBezTo>
                  <a:pt x="260670" y="187011"/>
                  <a:pt x="250796" y="163018"/>
                  <a:pt x="234554" y="144850"/>
                </a:cubicBezTo>
                <a:cubicBezTo>
                  <a:pt x="240330" y="143122"/>
                  <a:pt x="246452" y="142184"/>
                  <a:pt x="252771" y="142184"/>
                </a:cubicBezTo>
                <a:cubicBezTo>
                  <a:pt x="287675" y="142184"/>
                  <a:pt x="315964" y="170472"/>
                  <a:pt x="315964" y="205377"/>
                </a:cubicBezTo>
                <a:lnTo>
                  <a:pt x="315964" y="221175"/>
                </a:lnTo>
                <a:cubicBezTo>
                  <a:pt x="315964" y="229913"/>
                  <a:pt x="308904" y="236973"/>
                  <a:pt x="300166" y="236973"/>
                </a:cubicBezTo>
                <a:lnTo>
                  <a:pt x="257363" y="236973"/>
                </a:lnTo>
                <a:close/>
                <a:moveTo>
                  <a:pt x="233023" y="78991"/>
                </a:moveTo>
                <a:cubicBezTo>
                  <a:pt x="233023" y="59373"/>
                  <a:pt x="248951" y="43445"/>
                  <a:pt x="268569" y="43445"/>
                </a:cubicBezTo>
                <a:cubicBezTo>
                  <a:pt x="288188" y="43445"/>
                  <a:pt x="304115" y="59373"/>
                  <a:pt x="304115" y="78991"/>
                </a:cubicBezTo>
                <a:cubicBezTo>
                  <a:pt x="304115" y="98609"/>
                  <a:pt x="288188" y="114537"/>
                  <a:pt x="268569" y="114537"/>
                </a:cubicBezTo>
                <a:cubicBezTo>
                  <a:pt x="248951" y="114537"/>
                  <a:pt x="233023" y="98609"/>
                  <a:pt x="233023" y="78991"/>
                </a:cubicBezTo>
                <a:close/>
                <a:moveTo>
                  <a:pt x="78991" y="213276"/>
                </a:moveTo>
                <a:cubicBezTo>
                  <a:pt x="78991" y="169633"/>
                  <a:pt x="114339" y="134285"/>
                  <a:pt x="157982" y="134285"/>
                </a:cubicBezTo>
                <a:cubicBezTo>
                  <a:pt x="201625" y="134285"/>
                  <a:pt x="236973" y="169633"/>
                  <a:pt x="236973" y="213276"/>
                </a:cubicBezTo>
                <a:lnTo>
                  <a:pt x="236973" y="221175"/>
                </a:lnTo>
                <a:cubicBezTo>
                  <a:pt x="236973" y="229913"/>
                  <a:pt x="229913" y="236973"/>
                  <a:pt x="221175" y="236973"/>
                </a:cubicBezTo>
                <a:lnTo>
                  <a:pt x="94789" y="236973"/>
                </a:lnTo>
                <a:cubicBezTo>
                  <a:pt x="86051" y="236973"/>
                  <a:pt x="78991" y="229913"/>
                  <a:pt x="78991" y="221175"/>
                </a:cubicBezTo>
                <a:lnTo>
                  <a:pt x="78991" y="2132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9245" y="4389794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Collaboration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245" y="4788896"/>
            <a:ext cx="2991126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Enhances communication between HR, managers, and employees with real-time synchronization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9336" y="3580926"/>
            <a:ext cx="3328155" cy="2165407"/>
          </a:xfrm>
          <a:custGeom>
            <a:avLst/>
            <a:gdLst/>
            <a:ahLst/>
            <a:cxnLst/>
            <a:rect l="l" t="t" r="r" b="b"/>
            <a:pathLst>
              <a:path w="3328155" h="2165407">
                <a:moveTo>
                  <a:pt x="134818" y="0"/>
                </a:moveTo>
                <a:lnTo>
                  <a:pt x="3193337" y="0"/>
                </a:lnTo>
                <a:cubicBezTo>
                  <a:pt x="3267795" y="0"/>
                  <a:pt x="3328155" y="60360"/>
                  <a:pt x="3328155" y="134818"/>
                </a:cubicBezTo>
                <a:lnTo>
                  <a:pt x="3328155" y="2030589"/>
                </a:lnTo>
                <a:cubicBezTo>
                  <a:pt x="3328155" y="2105047"/>
                  <a:pt x="3267795" y="2165407"/>
                  <a:pt x="3193337" y="2165407"/>
                </a:cubicBezTo>
                <a:lnTo>
                  <a:pt x="134818" y="2165407"/>
                </a:lnTo>
                <a:cubicBezTo>
                  <a:pt x="60360" y="2165407"/>
                  <a:pt x="0" y="2105047"/>
                  <a:pt x="0" y="2030589"/>
                </a:cubicBezTo>
                <a:lnTo>
                  <a:pt x="0" y="134818"/>
                </a:lnTo>
                <a:cubicBezTo>
                  <a:pt x="0" y="60410"/>
                  <a:pt x="60410" y="0"/>
                  <a:pt x="134818" y="0"/>
                </a:cubicBezTo>
                <a:close/>
              </a:path>
            </a:pathLst>
          </a:custGeom>
          <a:gradFill flip="none" rotWithShape="1">
            <a:gsLst>
              <a:gs pos="0">
                <a:srgbClr val="DC2626"/>
              </a:gs>
              <a:gs pos="100000">
                <a:srgbClr val="B91C1C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4001553" y="3783143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13194" y="3892677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59243" y="27647"/>
                </a:moveTo>
                <a:cubicBezTo>
                  <a:pt x="59243" y="12392"/>
                  <a:pt x="71635" y="0"/>
                  <a:pt x="86890" y="0"/>
                </a:cubicBezTo>
                <a:lnTo>
                  <a:pt x="98739" y="0"/>
                </a:lnTo>
                <a:cubicBezTo>
                  <a:pt x="107477" y="0"/>
                  <a:pt x="114537" y="7060"/>
                  <a:pt x="114537" y="15798"/>
                </a:cubicBezTo>
                <a:lnTo>
                  <a:pt x="114537" y="236973"/>
                </a:lnTo>
                <a:cubicBezTo>
                  <a:pt x="114537" y="245711"/>
                  <a:pt x="107477" y="252771"/>
                  <a:pt x="98739" y="252771"/>
                </a:cubicBezTo>
                <a:lnTo>
                  <a:pt x="82941" y="252771"/>
                </a:lnTo>
                <a:cubicBezTo>
                  <a:pt x="68228" y="252771"/>
                  <a:pt x="55837" y="242700"/>
                  <a:pt x="52332" y="229074"/>
                </a:cubicBezTo>
                <a:cubicBezTo>
                  <a:pt x="51986" y="229074"/>
                  <a:pt x="51690" y="229074"/>
                  <a:pt x="51344" y="229074"/>
                </a:cubicBezTo>
                <a:cubicBezTo>
                  <a:pt x="29523" y="229074"/>
                  <a:pt x="11849" y="211400"/>
                  <a:pt x="11849" y="189578"/>
                </a:cubicBezTo>
                <a:cubicBezTo>
                  <a:pt x="11849" y="180692"/>
                  <a:pt x="14811" y="172497"/>
                  <a:pt x="19748" y="165881"/>
                </a:cubicBezTo>
                <a:cubicBezTo>
                  <a:pt x="10170" y="158673"/>
                  <a:pt x="3950" y="147220"/>
                  <a:pt x="3950" y="134285"/>
                </a:cubicBezTo>
                <a:cubicBezTo>
                  <a:pt x="3950" y="119030"/>
                  <a:pt x="12639" y="105749"/>
                  <a:pt x="25277" y="99183"/>
                </a:cubicBezTo>
                <a:cubicBezTo>
                  <a:pt x="21772" y="93259"/>
                  <a:pt x="19748" y="86347"/>
                  <a:pt x="19748" y="78991"/>
                </a:cubicBezTo>
                <a:cubicBezTo>
                  <a:pt x="19748" y="57170"/>
                  <a:pt x="37422" y="39496"/>
                  <a:pt x="59243" y="39496"/>
                </a:cubicBezTo>
                <a:lnTo>
                  <a:pt x="59243" y="27647"/>
                </a:lnTo>
                <a:close/>
                <a:moveTo>
                  <a:pt x="193528" y="27647"/>
                </a:moveTo>
                <a:lnTo>
                  <a:pt x="193528" y="39496"/>
                </a:lnTo>
                <a:cubicBezTo>
                  <a:pt x="215349" y="39496"/>
                  <a:pt x="233023" y="57170"/>
                  <a:pt x="233023" y="78991"/>
                </a:cubicBezTo>
                <a:cubicBezTo>
                  <a:pt x="233023" y="86396"/>
                  <a:pt x="230999" y="93308"/>
                  <a:pt x="227494" y="99183"/>
                </a:cubicBezTo>
                <a:cubicBezTo>
                  <a:pt x="240182" y="105749"/>
                  <a:pt x="248822" y="118980"/>
                  <a:pt x="248822" y="134285"/>
                </a:cubicBezTo>
                <a:cubicBezTo>
                  <a:pt x="248822" y="147220"/>
                  <a:pt x="242601" y="158673"/>
                  <a:pt x="233023" y="165881"/>
                </a:cubicBezTo>
                <a:cubicBezTo>
                  <a:pt x="237960" y="172497"/>
                  <a:pt x="240923" y="180692"/>
                  <a:pt x="240923" y="189578"/>
                </a:cubicBezTo>
                <a:cubicBezTo>
                  <a:pt x="240923" y="211400"/>
                  <a:pt x="223248" y="229074"/>
                  <a:pt x="201427" y="229074"/>
                </a:cubicBezTo>
                <a:cubicBezTo>
                  <a:pt x="201082" y="229074"/>
                  <a:pt x="200785" y="229074"/>
                  <a:pt x="200440" y="229074"/>
                </a:cubicBezTo>
                <a:cubicBezTo>
                  <a:pt x="196934" y="242700"/>
                  <a:pt x="184543" y="252771"/>
                  <a:pt x="169831" y="252771"/>
                </a:cubicBezTo>
                <a:lnTo>
                  <a:pt x="154032" y="252771"/>
                </a:lnTo>
                <a:cubicBezTo>
                  <a:pt x="145294" y="252771"/>
                  <a:pt x="138234" y="245711"/>
                  <a:pt x="138234" y="236973"/>
                </a:cubicBezTo>
                <a:lnTo>
                  <a:pt x="138234" y="15798"/>
                </a:lnTo>
                <a:cubicBezTo>
                  <a:pt x="138234" y="7060"/>
                  <a:pt x="145294" y="0"/>
                  <a:pt x="154032" y="0"/>
                </a:cubicBezTo>
                <a:lnTo>
                  <a:pt x="165881" y="0"/>
                </a:lnTo>
                <a:cubicBezTo>
                  <a:pt x="181136" y="0"/>
                  <a:pt x="193528" y="12392"/>
                  <a:pt x="193528" y="276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001553" y="4389794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Smart Decisions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01553" y="4788896"/>
            <a:ext cx="2991126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analytics provide actionable insights for better HR decision-making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29181" y="1280708"/>
            <a:ext cx="4524605" cy="2898444"/>
          </a:xfrm>
          <a:custGeom>
            <a:avLst/>
            <a:gdLst/>
            <a:ahLst/>
            <a:cxnLst/>
            <a:rect l="l" t="t" r="r" b="b"/>
            <a:pathLst>
              <a:path w="4524605" h="2898444">
                <a:moveTo>
                  <a:pt x="134807" y="0"/>
                </a:moveTo>
                <a:lnTo>
                  <a:pt x="4389799" y="0"/>
                </a:lnTo>
                <a:cubicBezTo>
                  <a:pt x="4464250" y="0"/>
                  <a:pt x="4524605" y="60355"/>
                  <a:pt x="4524605" y="134807"/>
                </a:cubicBezTo>
                <a:lnTo>
                  <a:pt x="4524605" y="2763637"/>
                </a:lnTo>
                <a:cubicBezTo>
                  <a:pt x="4524605" y="2838089"/>
                  <a:pt x="4464250" y="2898444"/>
                  <a:pt x="4389799" y="2898444"/>
                </a:cubicBezTo>
                <a:lnTo>
                  <a:pt x="134807" y="2898444"/>
                </a:lnTo>
                <a:cubicBezTo>
                  <a:pt x="60355" y="2898444"/>
                  <a:pt x="0" y="2838089"/>
                  <a:pt x="0" y="2763637"/>
                </a:cubicBezTo>
                <a:lnTo>
                  <a:pt x="0" y="134807"/>
                </a:lnTo>
                <a:cubicBezTo>
                  <a:pt x="0" y="60405"/>
                  <a:pt x="60405" y="0"/>
                  <a:pt x="134807" y="0"/>
                </a:cubicBezTo>
                <a:close/>
              </a:path>
            </a:pathLst>
          </a:cu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56676" y="1516628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50554" y="126386"/>
                </a:moveTo>
                <a:lnTo>
                  <a:pt x="9676" y="126386"/>
                </a:lnTo>
                <a:cubicBezTo>
                  <a:pt x="-158" y="126386"/>
                  <a:pt x="-6201" y="115682"/>
                  <a:pt x="-1145" y="107230"/>
                </a:cubicBezTo>
                <a:lnTo>
                  <a:pt x="19748" y="72395"/>
                </a:lnTo>
                <a:cubicBezTo>
                  <a:pt x="23184" y="66668"/>
                  <a:pt x="29345" y="63193"/>
                  <a:pt x="36020" y="63193"/>
                </a:cubicBezTo>
                <a:lnTo>
                  <a:pt x="73541" y="63193"/>
                </a:lnTo>
                <a:cubicBezTo>
                  <a:pt x="103597" y="12283"/>
                  <a:pt x="148424" y="9716"/>
                  <a:pt x="178401" y="14100"/>
                </a:cubicBezTo>
                <a:cubicBezTo>
                  <a:pt x="183457" y="14850"/>
                  <a:pt x="187406" y="18800"/>
                  <a:pt x="188117" y="23816"/>
                </a:cubicBezTo>
                <a:cubicBezTo>
                  <a:pt x="192501" y="53793"/>
                  <a:pt x="189934" y="98620"/>
                  <a:pt x="139024" y="128676"/>
                </a:cubicBezTo>
                <a:lnTo>
                  <a:pt x="139024" y="166197"/>
                </a:lnTo>
                <a:cubicBezTo>
                  <a:pt x="139024" y="172872"/>
                  <a:pt x="135549" y="179033"/>
                  <a:pt x="129822" y="182469"/>
                </a:cubicBezTo>
                <a:lnTo>
                  <a:pt x="94987" y="203362"/>
                </a:lnTo>
                <a:cubicBezTo>
                  <a:pt x="86574" y="208418"/>
                  <a:pt x="75831" y="202335"/>
                  <a:pt x="75831" y="192541"/>
                </a:cubicBezTo>
                <a:lnTo>
                  <a:pt x="75831" y="151663"/>
                </a:lnTo>
                <a:cubicBezTo>
                  <a:pt x="75831" y="137721"/>
                  <a:pt x="64496" y="126386"/>
                  <a:pt x="50554" y="126386"/>
                </a:cubicBezTo>
                <a:lnTo>
                  <a:pt x="50515" y="126386"/>
                </a:lnTo>
                <a:close/>
                <a:moveTo>
                  <a:pt x="157982" y="63193"/>
                </a:moveTo>
                <a:cubicBezTo>
                  <a:pt x="157982" y="52730"/>
                  <a:pt x="149487" y="44235"/>
                  <a:pt x="139024" y="44235"/>
                </a:cubicBezTo>
                <a:cubicBezTo>
                  <a:pt x="128561" y="44235"/>
                  <a:pt x="120066" y="52730"/>
                  <a:pt x="120066" y="63193"/>
                </a:cubicBezTo>
                <a:cubicBezTo>
                  <a:pt x="120066" y="73656"/>
                  <a:pt x="128561" y="82151"/>
                  <a:pt x="139024" y="82151"/>
                </a:cubicBezTo>
                <a:cubicBezTo>
                  <a:pt x="149487" y="82151"/>
                  <a:pt x="157982" y="73656"/>
                  <a:pt x="157982" y="63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84170" y="1482925"/>
            <a:ext cx="3968509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Flowly at a Glance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31398" y="1887359"/>
            <a:ext cx="4120171" cy="606651"/>
          </a:xfrm>
          <a:custGeom>
            <a:avLst/>
            <a:gdLst/>
            <a:ahLst/>
            <a:cxnLst/>
            <a:rect l="l" t="t" r="r" b="b"/>
            <a:pathLst>
              <a:path w="4120171" h="606651">
                <a:moveTo>
                  <a:pt x="101111" y="0"/>
                </a:moveTo>
                <a:lnTo>
                  <a:pt x="4019061" y="0"/>
                </a:lnTo>
                <a:cubicBezTo>
                  <a:pt x="4074903" y="0"/>
                  <a:pt x="4120171" y="45269"/>
                  <a:pt x="4120171" y="101111"/>
                </a:cubicBezTo>
                <a:lnTo>
                  <a:pt x="4120171" y="505540"/>
                </a:lnTo>
                <a:cubicBezTo>
                  <a:pt x="4120171" y="561382"/>
                  <a:pt x="4074903" y="606651"/>
                  <a:pt x="4019061" y="606651"/>
                </a:cubicBezTo>
                <a:lnTo>
                  <a:pt x="101111" y="606651"/>
                </a:lnTo>
                <a:cubicBezTo>
                  <a:pt x="45269" y="606651"/>
                  <a:pt x="0" y="561382"/>
                  <a:pt x="0" y="505540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32507" y="198846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67407" y="0"/>
                </a:moveTo>
                <a:lnTo>
                  <a:pt x="337027" y="0"/>
                </a:lnTo>
                <a:cubicBezTo>
                  <a:pt x="374230" y="0"/>
                  <a:pt x="404434" y="30204"/>
                  <a:pt x="404434" y="67407"/>
                </a:cubicBezTo>
                <a:lnTo>
                  <a:pt x="404434" y="337027"/>
                </a:lnTo>
                <a:cubicBezTo>
                  <a:pt x="404434" y="374230"/>
                  <a:pt x="374230" y="404434"/>
                  <a:pt x="337027" y="404434"/>
                </a:cubicBezTo>
                <a:lnTo>
                  <a:pt x="67407" y="404434"/>
                </a:lnTo>
                <a:cubicBezTo>
                  <a:pt x="30204" y="404434"/>
                  <a:pt x="0" y="374230"/>
                  <a:pt x="0" y="337027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7581953" y="1988467"/>
            <a:ext cx="50554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71752" y="1988467"/>
            <a:ext cx="129755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71752" y="2156981"/>
            <a:ext cx="131441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HR Suite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31398" y="2628821"/>
            <a:ext cx="4120171" cy="606651"/>
          </a:xfrm>
          <a:custGeom>
            <a:avLst/>
            <a:gdLst/>
            <a:ahLst/>
            <a:cxnLst/>
            <a:rect l="l" t="t" r="r" b="b"/>
            <a:pathLst>
              <a:path w="4120171" h="606651">
                <a:moveTo>
                  <a:pt x="101111" y="0"/>
                </a:moveTo>
                <a:lnTo>
                  <a:pt x="4019061" y="0"/>
                </a:lnTo>
                <a:cubicBezTo>
                  <a:pt x="4074903" y="0"/>
                  <a:pt x="4120171" y="45269"/>
                  <a:pt x="4120171" y="101111"/>
                </a:cubicBezTo>
                <a:lnTo>
                  <a:pt x="4120171" y="505540"/>
                </a:lnTo>
                <a:cubicBezTo>
                  <a:pt x="4120171" y="561382"/>
                  <a:pt x="4074903" y="606651"/>
                  <a:pt x="4019061" y="606651"/>
                </a:cubicBezTo>
                <a:lnTo>
                  <a:pt x="101111" y="606651"/>
                </a:lnTo>
                <a:cubicBezTo>
                  <a:pt x="45269" y="606651"/>
                  <a:pt x="0" y="561382"/>
                  <a:pt x="0" y="505540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32507" y="2729930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67407" y="0"/>
                </a:moveTo>
                <a:lnTo>
                  <a:pt x="337027" y="0"/>
                </a:lnTo>
                <a:cubicBezTo>
                  <a:pt x="374230" y="0"/>
                  <a:pt x="404434" y="30204"/>
                  <a:pt x="404434" y="67407"/>
                </a:cubicBezTo>
                <a:lnTo>
                  <a:pt x="404434" y="337027"/>
                </a:lnTo>
                <a:cubicBezTo>
                  <a:pt x="404434" y="374230"/>
                  <a:pt x="374230" y="404434"/>
                  <a:pt x="337027" y="404434"/>
                </a:cubicBezTo>
                <a:lnTo>
                  <a:pt x="67407" y="404434"/>
                </a:lnTo>
                <a:cubicBezTo>
                  <a:pt x="30204" y="404434"/>
                  <a:pt x="0" y="374230"/>
                  <a:pt x="0" y="337027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81953" y="2729930"/>
            <a:ext cx="50554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71752" y="2729930"/>
            <a:ext cx="133968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Levels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71752" y="2898444"/>
            <a:ext cx="135653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Access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31398" y="3370283"/>
            <a:ext cx="4120171" cy="606651"/>
          </a:xfrm>
          <a:custGeom>
            <a:avLst/>
            <a:gdLst/>
            <a:ahLst/>
            <a:cxnLst/>
            <a:rect l="l" t="t" r="r" b="b"/>
            <a:pathLst>
              <a:path w="4120171" h="606651">
                <a:moveTo>
                  <a:pt x="101111" y="0"/>
                </a:moveTo>
                <a:lnTo>
                  <a:pt x="4019061" y="0"/>
                </a:lnTo>
                <a:cubicBezTo>
                  <a:pt x="4074903" y="0"/>
                  <a:pt x="4120171" y="45269"/>
                  <a:pt x="4120171" y="101111"/>
                </a:cubicBezTo>
                <a:lnTo>
                  <a:pt x="4120171" y="505540"/>
                </a:lnTo>
                <a:cubicBezTo>
                  <a:pt x="4120171" y="561382"/>
                  <a:pt x="4074903" y="606651"/>
                  <a:pt x="4019061" y="606651"/>
                </a:cubicBezTo>
                <a:lnTo>
                  <a:pt x="101111" y="606651"/>
                </a:lnTo>
                <a:cubicBezTo>
                  <a:pt x="45269" y="606651"/>
                  <a:pt x="0" y="561382"/>
                  <a:pt x="0" y="505540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32507" y="3471392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67407" y="0"/>
                </a:moveTo>
                <a:lnTo>
                  <a:pt x="337027" y="0"/>
                </a:lnTo>
                <a:cubicBezTo>
                  <a:pt x="374230" y="0"/>
                  <a:pt x="404434" y="30204"/>
                  <a:pt x="404434" y="67407"/>
                </a:cubicBezTo>
                <a:lnTo>
                  <a:pt x="404434" y="337027"/>
                </a:lnTo>
                <a:cubicBezTo>
                  <a:pt x="404434" y="374230"/>
                  <a:pt x="374230" y="404434"/>
                  <a:pt x="337027" y="404434"/>
                </a:cubicBezTo>
                <a:lnTo>
                  <a:pt x="67407" y="404434"/>
                </a:lnTo>
                <a:cubicBezTo>
                  <a:pt x="30204" y="404434"/>
                  <a:pt x="0" y="374230"/>
                  <a:pt x="0" y="337027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7581953" y="3471392"/>
            <a:ext cx="50554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71752" y="3471392"/>
            <a:ext cx="1516628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71752" y="3639906"/>
            <a:ext cx="153347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Llama 3.3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33394" y="4318176"/>
            <a:ext cx="4516180" cy="1423945"/>
          </a:xfrm>
          <a:custGeom>
            <a:avLst/>
            <a:gdLst/>
            <a:ahLst/>
            <a:cxnLst/>
            <a:rect l="l" t="t" r="r" b="b"/>
            <a:pathLst>
              <a:path w="4516180" h="1423945">
                <a:moveTo>
                  <a:pt x="101114" y="0"/>
                </a:moveTo>
                <a:lnTo>
                  <a:pt x="4415065" y="0"/>
                </a:lnTo>
                <a:cubicBezTo>
                  <a:pt x="4470872" y="0"/>
                  <a:pt x="4516180" y="45308"/>
                  <a:pt x="4516180" y="101114"/>
                </a:cubicBezTo>
                <a:lnTo>
                  <a:pt x="4516180" y="1322830"/>
                </a:lnTo>
                <a:cubicBezTo>
                  <a:pt x="4516180" y="1378674"/>
                  <a:pt x="4470909" y="1423945"/>
                  <a:pt x="4415065" y="1423945"/>
                </a:cubicBezTo>
                <a:lnTo>
                  <a:pt x="101114" y="1423945"/>
                </a:lnTo>
                <a:cubicBezTo>
                  <a:pt x="45308" y="1423945"/>
                  <a:pt x="0" y="1378637"/>
                  <a:pt x="0" y="1322830"/>
                </a:cubicBezTo>
                <a:lnTo>
                  <a:pt x="0" y="101114"/>
                </a:lnTo>
                <a:cubicBezTo>
                  <a:pt x="0" y="45270"/>
                  <a:pt x="45270" y="0"/>
                  <a:pt x="101114" y="0"/>
                </a:cubicBezTo>
                <a:close/>
              </a:path>
            </a:pathLst>
          </a:custGeom>
          <a:solidFill>
            <a:srgbClr val="059669">
              <a:alpha val="10196"/>
            </a:srgbClr>
          </a:solidFill>
          <a:ln w="12700">
            <a:solidFill>
              <a:srgbClr val="059669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27186" y="4533031"/>
            <a:ext cx="151663" cy="151663"/>
          </a:xfrm>
          <a:custGeom>
            <a:avLst/>
            <a:gdLst/>
            <a:ahLst/>
            <a:cxnLst/>
            <a:rect l="l" t="t" r="r" b="b"/>
            <a:pathLst>
              <a:path w="151663" h="151663">
                <a:moveTo>
                  <a:pt x="18958" y="18958"/>
                </a:moveTo>
                <a:cubicBezTo>
                  <a:pt x="18958" y="13715"/>
                  <a:pt x="14722" y="9479"/>
                  <a:pt x="9479" y="9479"/>
                </a:cubicBezTo>
                <a:cubicBezTo>
                  <a:pt x="4236" y="9479"/>
                  <a:pt x="0" y="13715"/>
                  <a:pt x="0" y="18958"/>
                </a:cubicBezTo>
                <a:lnTo>
                  <a:pt x="0" y="118487"/>
                </a:lnTo>
                <a:cubicBezTo>
                  <a:pt x="0" y="131579"/>
                  <a:pt x="10605" y="142184"/>
                  <a:pt x="23697" y="142184"/>
                </a:cubicBezTo>
                <a:lnTo>
                  <a:pt x="142184" y="142184"/>
                </a:lnTo>
                <a:cubicBezTo>
                  <a:pt x="147427" y="142184"/>
                  <a:pt x="151663" y="137948"/>
                  <a:pt x="151663" y="132705"/>
                </a:cubicBezTo>
                <a:cubicBezTo>
                  <a:pt x="151663" y="127462"/>
                  <a:pt x="147427" y="123226"/>
                  <a:pt x="142184" y="123226"/>
                </a:cubicBezTo>
                <a:lnTo>
                  <a:pt x="23697" y="123226"/>
                </a:lnTo>
                <a:cubicBezTo>
                  <a:pt x="21091" y="123226"/>
                  <a:pt x="18958" y="121093"/>
                  <a:pt x="18958" y="118487"/>
                </a:cubicBezTo>
                <a:lnTo>
                  <a:pt x="18958" y="18958"/>
                </a:lnTo>
                <a:close/>
                <a:moveTo>
                  <a:pt x="139399" y="44610"/>
                </a:moveTo>
                <a:cubicBezTo>
                  <a:pt x="143102" y="40907"/>
                  <a:pt x="143102" y="34894"/>
                  <a:pt x="139399" y="31192"/>
                </a:cubicBezTo>
                <a:cubicBezTo>
                  <a:pt x="135697" y="27489"/>
                  <a:pt x="129684" y="27489"/>
                  <a:pt x="125981" y="31192"/>
                </a:cubicBezTo>
                <a:lnTo>
                  <a:pt x="94789" y="62413"/>
                </a:lnTo>
                <a:lnTo>
                  <a:pt x="77786" y="45440"/>
                </a:lnTo>
                <a:cubicBezTo>
                  <a:pt x="74084" y="41737"/>
                  <a:pt x="68071" y="41737"/>
                  <a:pt x="64368" y="45440"/>
                </a:cubicBezTo>
                <a:lnTo>
                  <a:pt x="35931" y="73876"/>
                </a:lnTo>
                <a:cubicBezTo>
                  <a:pt x="32228" y="77579"/>
                  <a:pt x="32228" y="83592"/>
                  <a:pt x="35931" y="87295"/>
                </a:cubicBezTo>
                <a:cubicBezTo>
                  <a:pt x="39634" y="90998"/>
                  <a:pt x="45647" y="90998"/>
                  <a:pt x="49350" y="87295"/>
                </a:cubicBezTo>
                <a:lnTo>
                  <a:pt x="71092" y="65553"/>
                </a:lnTo>
                <a:lnTo>
                  <a:pt x="88095" y="82555"/>
                </a:lnTo>
                <a:cubicBezTo>
                  <a:pt x="91797" y="86258"/>
                  <a:pt x="97811" y="86258"/>
                  <a:pt x="101513" y="82555"/>
                </a:cubicBezTo>
                <a:lnTo>
                  <a:pt x="139429" y="4464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7699913" y="4490903"/>
            <a:ext cx="405276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SaaS Platform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6121" y="4827931"/>
            <a:ext cx="4238131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to grow with companies of all sizes, from startups to enterprises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06121" y="5333473"/>
            <a:ext cx="867848" cy="235920"/>
          </a:xfrm>
          <a:custGeom>
            <a:avLst/>
            <a:gdLst/>
            <a:ahLst/>
            <a:cxnLst/>
            <a:rect l="l" t="t" r="r" b="b"/>
            <a:pathLst>
              <a:path w="867848" h="235920">
                <a:moveTo>
                  <a:pt x="117960" y="0"/>
                </a:moveTo>
                <a:lnTo>
                  <a:pt x="749888" y="0"/>
                </a:lnTo>
                <a:cubicBezTo>
                  <a:pt x="815036" y="0"/>
                  <a:pt x="867848" y="52812"/>
                  <a:pt x="867848" y="117960"/>
                </a:cubicBezTo>
                <a:lnTo>
                  <a:pt x="867848" y="117960"/>
                </a:lnTo>
                <a:cubicBezTo>
                  <a:pt x="867848" y="183107"/>
                  <a:pt x="815036" y="235920"/>
                  <a:pt x="749888" y="235920"/>
                </a:cubicBezTo>
                <a:lnTo>
                  <a:pt x="117960" y="235920"/>
                </a:lnTo>
                <a:cubicBezTo>
                  <a:pt x="52812" y="235920"/>
                  <a:pt x="0" y="183107"/>
                  <a:pt x="0" y="117960"/>
                </a:cubicBezTo>
                <a:lnTo>
                  <a:pt x="0" y="117960"/>
                </a:lnTo>
                <a:cubicBezTo>
                  <a:pt x="0" y="52812"/>
                  <a:pt x="52812" y="0"/>
                  <a:pt x="11796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506121" y="5333473"/>
            <a:ext cx="926828" cy="235920"/>
          </a:xfrm>
          <a:prstGeom prst="rect">
            <a:avLst/>
          </a:prstGeom>
          <a:noFill/>
          <a:ln/>
        </p:spPr>
        <p:txBody>
          <a:bodyPr wrap="square" lIns="101109" tIns="33703" rIns="101109" bIns="33703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74288" y="5333473"/>
            <a:ext cx="859422" cy="235920"/>
          </a:xfrm>
          <a:custGeom>
            <a:avLst/>
            <a:gdLst/>
            <a:ahLst/>
            <a:cxnLst/>
            <a:rect l="l" t="t" r="r" b="b"/>
            <a:pathLst>
              <a:path w="859422" h="235920">
                <a:moveTo>
                  <a:pt x="117960" y="0"/>
                </a:moveTo>
                <a:lnTo>
                  <a:pt x="741462" y="0"/>
                </a:lnTo>
                <a:cubicBezTo>
                  <a:pt x="806610" y="0"/>
                  <a:pt x="859422" y="52812"/>
                  <a:pt x="859422" y="117960"/>
                </a:cubicBezTo>
                <a:lnTo>
                  <a:pt x="859422" y="117960"/>
                </a:lnTo>
                <a:cubicBezTo>
                  <a:pt x="859422" y="183107"/>
                  <a:pt x="806610" y="235920"/>
                  <a:pt x="741462" y="235920"/>
                </a:cubicBezTo>
                <a:lnTo>
                  <a:pt x="117960" y="235920"/>
                </a:lnTo>
                <a:cubicBezTo>
                  <a:pt x="52812" y="235920"/>
                  <a:pt x="0" y="183107"/>
                  <a:pt x="0" y="117960"/>
                </a:cubicBezTo>
                <a:lnTo>
                  <a:pt x="0" y="117960"/>
                </a:lnTo>
                <a:cubicBezTo>
                  <a:pt x="0" y="52812"/>
                  <a:pt x="52812" y="0"/>
                  <a:pt x="11796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8474288" y="5333473"/>
            <a:ext cx="918402" cy="235920"/>
          </a:xfrm>
          <a:prstGeom prst="rect">
            <a:avLst/>
          </a:prstGeom>
          <a:noFill/>
          <a:ln/>
        </p:spPr>
        <p:txBody>
          <a:bodyPr wrap="square" lIns="101109" tIns="33703" rIns="101109" bIns="33703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438373" y="5333473"/>
            <a:ext cx="749888" cy="235920"/>
          </a:xfrm>
          <a:custGeom>
            <a:avLst/>
            <a:gdLst/>
            <a:ahLst/>
            <a:cxnLst/>
            <a:rect l="l" t="t" r="r" b="b"/>
            <a:pathLst>
              <a:path w="749888" h="235920">
                <a:moveTo>
                  <a:pt x="117960" y="0"/>
                </a:moveTo>
                <a:lnTo>
                  <a:pt x="631928" y="0"/>
                </a:lnTo>
                <a:cubicBezTo>
                  <a:pt x="697076" y="0"/>
                  <a:pt x="749888" y="52812"/>
                  <a:pt x="749888" y="117960"/>
                </a:cubicBezTo>
                <a:lnTo>
                  <a:pt x="749888" y="117960"/>
                </a:lnTo>
                <a:cubicBezTo>
                  <a:pt x="749888" y="183107"/>
                  <a:pt x="697076" y="235920"/>
                  <a:pt x="631928" y="235920"/>
                </a:cubicBezTo>
                <a:lnTo>
                  <a:pt x="117960" y="235920"/>
                </a:lnTo>
                <a:cubicBezTo>
                  <a:pt x="52812" y="235920"/>
                  <a:pt x="0" y="183107"/>
                  <a:pt x="0" y="117960"/>
                </a:cubicBezTo>
                <a:lnTo>
                  <a:pt x="0" y="117960"/>
                </a:lnTo>
                <a:cubicBezTo>
                  <a:pt x="0" y="52812"/>
                  <a:pt x="52812" y="0"/>
                  <a:pt x="11796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9438373" y="5333473"/>
            <a:ext cx="808868" cy="235920"/>
          </a:xfrm>
          <a:prstGeom prst="rect">
            <a:avLst/>
          </a:prstGeom>
          <a:noFill/>
          <a:ln/>
        </p:spPr>
        <p:txBody>
          <a:bodyPr wrap="square" lIns="101109" tIns="33703" rIns="101109" bIns="33703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API-Ready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7028" y="5881144"/>
            <a:ext cx="11517943" cy="876274"/>
          </a:xfrm>
          <a:custGeom>
            <a:avLst/>
            <a:gdLst/>
            <a:ahLst/>
            <a:cxnLst/>
            <a:rect l="l" t="t" r="r" b="b"/>
            <a:pathLst>
              <a:path w="11517943" h="876274">
                <a:moveTo>
                  <a:pt x="101104" y="0"/>
                </a:moveTo>
                <a:lnTo>
                  <a:pt x="11416839" y="0"/>
                </a:lnTo>
                <a:cubicBezTo>
                  <a:pt x="11472677" y="0"/>
                  <a:pt x="11517943" y="45266"/>
                  <a:pt x="11517943" y="101104"/>
                </a:cubicBezTo>
                <a:lnTo>
                  <a:pt x="11517943" y="775169"/>
                </a:lnTo>
                <a:cubicBezTo>
                  <a:pt x="11517943" y="831008"/>
                  <a:pt x="11472677" y="876274"/>
                  <a:pt x="11416839" y="876274"/>
                </a:cubicBezTo>
                <a:lnTo>
                  <a:pt x="101104" y="876274"/>
                </a:lnTo>
                <a:cubicBezTo>
                  <a:pt x="45303" y="876274"/>
                  <a:pt x="0" y="830970"/>
                  <a:pt x="0" y="775169"/>
                </a:cubicBezTo>
                <a:lnTo>
                  <a:pt x="0" y="101104"/>
                </a:lnTo>
                <a:cubicBezTo>
                  <a:pt x="0" y="45303"/>
                  <a:pt x="45303" y="0"/>
                  <a:pt x="1011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50000">
                <a:srgbClr val="7C3AED">
                  <a:alpha val="10000"/>
                </a:srgbClr>
              </a:gs>
              <a:gs pos="100000">
                <a:srgbClr val="059669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505543" y="6049659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134811" y="0"/>
                </a:moveTo>
                <a:lnTo>
                  <a:pt x="404434" y="0"/>
                </a:lnTo>
                <a:cubicBezTo>
                  <a:pt x="478838" y="0"/>
                  <a:pt x="539245" y="60407"/>
                  <a:pt x="539245" y="134811"/>
                </a:cubicBezTo>
                <a:lnTo>
                  <a:pt x="539245" y="404434"/>
                </a:lnTo>
                <a:cubicBezTo>
                  <a:pt x="539245" y="478838"/>
                  <a:pt x="478838" y="539245"/>
                  <a:pt x="404434" y="539245"/>
                </a:cubicBezTo>
                <a:lnTo>
                  <a:pt x="134811" y="539245"/>
                </a:lnTo>
                <a:cubicBezTo>
                  <a:pt x="60407" y="539245"/>
                  <a:pt x="0" y="478838"/>
                  <a:pt x="0" y="404434"/>
                </a:cubicBezTo>
                <a:lnTo>
                  <a:pt x="0" y="134811"/>
                </a:lnTo>
                <a:cubicBezTo>
                  <a:pt x="0" y="60407"/>
                  <a:pt x="60407" y="0"/>
                  <a:pt x="134811" y="0"/>
                </a:cubicBezTo>
                <a:close/>
              </a:path>
            </a:pathLst>
          </a:cu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50886" y="6192896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71240" y="0"/>
                </a:moveTo>
                <a:lnTo>
                  <a:pt x="181827" y="0"/>
                </a:lnTo>
                <a:cubicBezTo>
                  <a:pt x="194910" y="0"/>
                  <a:pt x="205574" y="10763"/>
                  <a:pt x="205080" y="23796"/>
                </a:cubicBezTo>
                <a:cubicBezTo>
                  <a:pt x="204982" y="26413"/>
                  <a:pt x="204883" y="29029"/>
                  <a:pt x="204735" y="31596"/>
                </a:cubicBezTo>
                <a:lnTo>
                  <a:pt x="229222" y="31596"/>
                </a:lnTo>
                <a:cubicBezTo>
                  <a:pt x="242107" y="31596"/>
                  <a:pt x="253462" y="42260"/>
                  <a:pt x="252475" y="56182"/>
                </a:cubicBezTo>
                <a:cubicBezTo>
                  <a:pt x="248772" y="107378"/>
                  <a:pt x="222607" y="135519"/>
                  <a:pt x="194219" y="150231"/>
                </a:cubicBezTo>
                <a:cubicBezTo>
                  <a:pt x="186419" y="154279"/>
                  <a:pt x="178470" y="157291"/>
                  <a:pt x="170917" y="159512"/>
                </a:cubicBezTo>
                <a:cubicBezTo>
                  <a:pt x="160944" y="173632"/>
                  <a:pt x="150577" y="181087"/>
                  <a:pt x="142332" y="185086"/>
                </a:cubicBezTo>
                <a:lnTo>
                  <a:pt x="142332" y="221175"/>
                </a:lnTo>
                <a:lnTo>
                  <a:pt x="173928" y="221175"/>
                </a:lnTo>
                <a:cubicBezTo>
                  <a:pt x="182667" y="221175"/>
                  <a:pt x="189727" y="228235"/>
                  <a:pt x="189727" y="236973"/>
                </a:cubicBezTo>
                <a:cubicBezTo>
                  <a:pt x="189727" y="245711"/>
                  <a:pt x="182667" y="252771"/>
                  <a:pt x="173928" y="252771"/>
                </a:cubicBezTo>
                <a:lnTo>
                  <a:pt x="79139" y="252771"/>
                </a:lnTo>
                <a:cubicBezTo>
                  <a:pt x="70401" y="252771"/>
                  <a:pt x="63341" y="245711"/>
                  <a:pt x="63341" y="236973"/>
                </a:cubicBezTo>
                <a:cubicBezTo>
                  <a:pt x="63341" y="228235"/>
                  <a:pt x="70401" y="221175"/>
                  <a:pt x="79139" y="221175"/>
                </a:cubicBezTo>
                <a:lnTo>
                  <a:pt x="110736" y="221175"/>
                </a:lnTo>
                <a:lnTo>
                  <a:pt x="110736" y="185086"/>
                </a:lnTo>
                <a:cubicBezTo>
                  <a:pt x="102836" y="181284"/>
                  <a:pt x="93012" y="174225"/>
                  <a:pt x="83434" y="161240"/>
                </a:cubicBezTo>
                <a:cubicBezTo>
                  <a:pt x="74350" y="158871"/>
                  <a:pt x="64476" y="155267"/>
                  <a:pt x="54849" y="149836"/>
                </a:cubicBezTo>
                <a:cubicBezTo>
                  <a:pt x="28141" y="134877"/>
                  <a:pt x="4048" y="106687"/>
                  <a:pt x="592" y="56084"/>
                </a:cubicBezTo>
                <a:cubicBezTo>
                  <a:pt x="-346" y="42211"/>
                  <a:pt x="10960" y="31547"/>
                  <a:pt x="23845" y="31547"/>
                </a:cubicBezTo>
                <a:lnTo>
                  <a:pt x="48333" y="31547"/>
                </a:lnTo>
                <a:cubicBezTo>
                  <a:pt x="48185" y="28980"/>
                  <a:pt x="48086" y="26413"/>
                  <a:pt x="47987" y="23747"/>
                </a:cubicBezTo>
                <a:cubicBezTo>
                  <a:pt x="47493" y="10664"/>
                  <a:pt x="58157" y="-49"/>
                  <a:pt x="71240" y="-49"/>
                </a:cubicBezTo>
                <a:close/>
                <a:moveTo>
                  <a:pt x="50110" y="55294"/>
                </a:moveTo>
                <a:lnTo>
                  <a:pt x="24240" y="55294"/>
                </a:lnTo>
                <a:cubicBezTo>
                  <a:pt x="27301" y="97110"/>
                  <a:pt x="46506" y="118042"/>
                  <a:pt x="66303" y="129150"/>
                </a:cubicBezTo>
                <a:cubicBezTo>
                  <a:pt x="59194" y="110736"/>
                  <a:pt x="53319" y="86693"/>
                  <a:pt x="50110" y="55294"/>
                </a:cubicBezTo>
                <a:close/>
                <a:moveTo>
                  <a:pt x="187604" y="126781"/>
                </a:moveTo>
                <a:cubicBezTo>
                  <a:pt x="207598" y="115031"/>
                  <a:pt x="225667" y="94147"/>
                  <a:pt x="228728" y="55294"/>
                </a:cubicBezTo>
                <a:lnTo>
                  <a:pt x="202908" y="55294"/>
                </a:lnTo>
                <a:cubicBezTo>
                  <a:pt x="199847" y="85360"/>
                  <a:pt x="194318" y="108711"/>
                  <a:pt x="187604" y="126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179599" y="6100213"/>
            <a:ext cx="739777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Achievement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79599" y="6336133"/>
            <a:ext cx="738092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delivered a production-ready HR management platform that transforms how companies manage their workforce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76276" y="6083361"/>
            <a:ext cx="480265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solidFill>
                  <a:srgbClr val="0596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09979" y="6386687"/>
            <a:ext cx="412860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603333" y="6083361"/>
            <a:ext cx="1078491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637036" y="6386687"/>
            <a:ext cx="101108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Delivered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26640" y="6083361"/>
            <a:ext cx="926828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860343" y="6386687"/>
            <a:ext cx="859422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9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400" y="257175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228600" y="0"/>
                </a:moveTo>
                <a:lnTo>
                  <a:pt x="990600" y="0"/>
                </a:lnTo>
                <a:cubicBezTo>
                  <a:pt x="1116768" y="0"/>
                  <a:pt x="1219200" y="102432"/>
                  <a:pt x="1219200" y="228600"/>
                </a:cubicBezTo>
                <a:lnTo>
                  <a:pt x="1219200" y="990600"/>
                </a:lnTo>
                <a:cubicBezTo>
                  <a:pt x="1219200" y="1116768"/>
                  <a:pt x="1116768" y="1219200"/>
                  <a:pt x="990600" y="1219200"/>
                </a:cubicBezTo>
                <a:lnTo>
                  <a:pt x="228600" y="1219200"/>
                </a:lnTo>
                <a:cubicBezTo>
                  <a:pt x="102432" y="1219200"/>
                  <a:pt x="0" y="1116768"/>
                  <a:pt x="0" y="990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1A1A"/>
          </a:solidFill>
          <a:ln/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627811" y="2009775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75461" y="2733675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Your Attention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381375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  <a:lnTo>
                  <a:pt x="12192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7C3AED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599557" y="3690937"/>
            <a:ext cx="4991100" cy="1152525"/>
          </a:xfrm>
          <a:custGeom>
            <a:avLst/>
            <a:gdLst/>
            <a:ahLst/>
            <a:cxnLst/>
            <a:rect l="l" t="t" r="r" b="b"/>
            <a:pathLst>
              <a:path w="4991100" h="1152525">
                <a:moveTo>
                  <a:pt x="152398" y="0"/>
                </a:moveTo>
                <a:lnTo>
                  <a:pt x="4838702" y="0"/>
                </a:lnTo>
                <a:cubicBezTo>
                  <a:pt x="4922869" y="0"/>
                  <a:pt x="4991100" y="68231"/>
                  <a:pt x="4991100" y="152398"/>
                </a:cubicBezTo>
                <a:lnTo>
                  <a:pt x="4991100" y="1000127"/>
                </a:lnTo>
                <a:cubicBezTo>
                  <a:pt x="4991100" y="1084294"/>
                  <a:pt x="4922869" y="1152525"/>
                  <a:pt x="4838702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7695" y="3924300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appreciate your time and interest in our project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42457" y="43434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happy to answer your questions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8158" y="5305425"/>
            <a:ext cx="2133600" cy="609600"/>
          </a:xfrm>
          <a:custGeom>
            <a:avLst/>
            <a:gdLst/>
            <a:ahLst/>
            <a:cxnLst/>
            <a:rect l="l" t="t" r="r" b="b"/>
            <a:pathLst>
              <a:path w="2133600" h="609600">
                <a:moveTo>
                  <a:pt x="152400" y="0"/>
                </a:moveTo>
                <a:lnTo>
                  <a:pt x="1981200" y="0"/>
                </a:lnTo>
                <a:cubicBezTo>
                  <a:pt x="2065312" y="0"/>
                  <a:pt x="2133600" y="68288"/>
                  <a:pt x="2133600" y="152400"/>
                </a:cubicBezTo>
                <a:lnTo>
                  <a:pt x="2133600" y="457200"/>
                </a:lnTo>
                <a:cubicBezTo>
                  <a:pt x="2133600" y="541312"/>
                  <a:pt x="2065312" y="609600"/>
                  <a:pt x="1981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361533" y="5495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713958" y="5457825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46649" y="6391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99062" y="63722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contact@flowly.com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80820" y="637222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18957" y="6391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1370" y="6372225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www.flowly-hr.com</a:t>
            </a:r>
            <a:endParaRPr lang="en-US" sz="1600" dirty="0"/>
          </a:p>
        </p:txBody>
      </p:sp>
      <p:pic>
        <p:nvPicPr>
          <p:cNvPr id="19" name="Image 1" descr="https://kimi-img.moonshot.cn/pub/slides/26-03-11-02:36:53-d6o69hf826pj22so94m0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2810" y="626221"/>
            <a:ext cx="686380" cy="481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2292</Words>
  <Application>Microsoft Office PowerPoint</Application>
  <PresentationFormat>Grand écran</PresentationFormat>
  <Paragraphs>578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Calibri</vt:lpstr>
      <vt:lpstr>Arial</vt:lpstr>
      <vt:lpstr>Quattrocento Sans</vt:lpstr>
      <vt:lpstr>Liter</vt:lpstr>
      <vt:lpstr>Segoe WPC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Flowly - Smart HR Process Management Platform</dc:title>
  <dc:subject>Flowly - Smart HR Process Management Platform</dc:subject>
  <dc:creator>Kimi</dc:creator>
  <cp:lastModifiedBy>Hicham BS</cp:lastModifiedBy>
  <cp:revision>22</cp:revision>
  <dcterms:created xsi:type="dcterms:W3CDTF">2026-03-10T18:38:51Z</dcterms:created>
  <dcterms:modified xsi:type="dcterms:W3CDTF">2026-03-11T22:08:26Z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{"Label":"Flowly - Smart HR Process Management Platform","ContentProducer":"001191110108MACG2KBH8F10000","ProduceID":"19cd9014-0402-89e6-8000-000060559a3e","ReservedCode1":"","ContentPropagator":"001191110108MACG2KBH8F20000","PropagateID":"19cd9014-0402-89e6-8000-000060559a3e","ReservedCode2":""}</vt:lpwstr>
  </property>
</Properties>
</file>